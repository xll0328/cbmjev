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b9c09188cd4a45" /><Relationship Type="http://schemas.openxmlformats.org/officeDocument/2006/relationships/extended-properties" Target="/docProps/app.xml" Id="R63f8b6ce79694be6" /><Relationship Type="http://schemas.openxmlformats.org/officeDocument/2006/relationships/officeDocument" Target="/ppt/presentation.xml" Id="Rb6dabc1c4197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bc4370c48b4aae"/>
  </p:sldMasterIdLst>
  <p:notesMasterIdLst>
    <p:notesMasterId xmlns:r="http://schemas.openxmlformats.org/officeDocument/2006/relationships" r:id="Rd36d1b1025c94fe4"/>
  </p:notesMasterIdLst>
  <p:sldIdLst>
    <p:sldId xmlns:r="http://schemas.openxmlformats.org/officeDocument/2006/relationships" id="256" r:id="R344563dadc8c4c84"/>
    <p:sldId xmlns:r="http://schemas.openxmlformats.org/officeDocument/2006/relationships" id="257" r:id="R6d3bfb341aea489e"/>
    <p:sldId xmlns:r="http://schemas.openxmlformats.org/officeDocument/2006/relationships" id="258" r:id="R583bf14796b344ba"/>
    <p:sldId xmlns:r="http://schemas.openxmlformats.org/officeDocument/2006/relationships" id="259" r:id="Rfe687ae58a19481f"/>
    <p:sldId xmlns:r="http://schemas.openxmlformats.org/officeDocument/2006/relationships" id="260" r:id="Rf407e4e536ab4aea"/>
  </p:sldIdLst>
  <p:sldSz cx="6446520" cy="320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e51e12811c4e26" /><Relationship Type="http://schemas.openxmlformats.org/officeDocument/2006/relationships/slideMaster" Target="/ppt/slideMasters/slideMaster1.xml" Id="R4abc4370c48b4aae" /><Relationship Type="http://schemas.openxmlformats.org/officeDocument/2006/relationships/notesMaster" Target="/ppt/notesMasters/notesMaster1.xml" Id="Rd36d1b1025c94fe4" /><Relationship Type="http://schemas.openxmlformats.org/officeDocument/2006/relationships/presProps" Target="/ppt/presProps.xml" Id="R8c22fa271a834770" /><Relationship Type="http://schemas.openxmlformats.org/officeDocument/2006/relationships/tableStyles" Target="/ppt/tableStyles.xml" Id="Re7b1bc88376c4c08" /><Relationship Type="http://schemas.openxmlformats.org/officeDocument/2006/relationships/slide" Target="/ppt/slides/slide1.xml" Id="R344563dadc8c4c84" /><Relationship Type="http://schemas.openxmlformats.org/officeDocument/2006/relationships/slide" Target="/ppt/slides/slide2.xml" Id="R6d3bfb341aea489e" /><Relationship Type="http://schemas.openxmlformats.org/officeDocument/2006/relationships/slide" Target="/ppt/slides/slide3.xml" Id="R583bf14796b344ba" /><Relationship Type="http://schemas.openxmlformats.org/officeDocument/2006/relationships/slide" Target="/ppt/slides/slide4.xml" Id="Rfe687ae58a19481f" /><Relationship Type="http://schemas.openxmlformats.org/officeDocument/2006/relationships/slide" Target="/ppt/slides/slide5.xml" Id="Rf407e4e536ab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2c33e6102e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c16b3bccb4b7f" /><Relationship Type="http://schemas.openxmlformats.org/officeDocument/2006/relationships/notesMaster" Target="/ppt/notesMasters/notesMaster1.xml" Id="R92dc4d30a02a4b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91987b1854dc6" /><Relationship Type="http://schemas.openxmlformats.org/officeDocument/2006/relationships/notesMaster" Target="/ppt/notesMasters/notesMaster1.xml" Id="R1c8a0a9a0f01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263cf9b61462b" /><Relationship Type="http://schemas.openxmlformats.org/officeDocument/2006/relationships/notesMaster" Target="/ppt/notesMasters/notesMaster1.xml" Id="Rb6f7eef46ac7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62a32d45ef4c01" /><Relationship Type="http://schemas.openxmlformats.org/officeDocument/2006/relationships/notesMaster" Target="/ppt/notesMasters/notesMaster1.xml" Id="R710bbb131399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43662fe92e4914" /><Relationship Type="http://schemas.openxmlformats.org/officeDocument/2006/relationships/notesMaster" Target="/ppt/notesMasters/notesMaster1.xml" Id="R37fbd79f7c60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CBMJev: typed adaptive concept measurement. Original schematic, no empirical trajectory or probability. Public labels and cross-fitted automatic responses supply controller targets in the CUB protocol. Only the responder accesses raw x. The mask/action tokens illustrate legal sets, not a logged case. Design references: Post-hoc CBM https://openreview.net/forum?id=nA5AZ8CEyow ; BLIP-2 https://proceedings.mlr.press/v202/li23q.html ; active feature acquisition https://proceedings.mlr.press/v267/guney25a.html ; SWE-agent https://proceedings.neurips.cc/paper_files/paper/2024/hash/5a7c947568c1b1328ccc5230172e1e7c-Abstract-Conference.html . Reference images are not included in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CUB validation, seed 60, 594 examples. Offline automatic-response replay. Source: results/main/cub_seed60_budget_grid/frontier.csv. Not test or latency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CUB validation, seeds 60/61/62/63; the same 594 images recur. Error bars: sample SD across seeds. Offline replay, not runtime. Five original series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Retrospective equal-expected-declared-cost comparison against mixtures of adjacent fitted-static budgets. Repeated validation images. Error bars: sample SD across four seeds. X axis is maximum concept-group budget K, not measured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illustration, not empirical performance. Independent symmetric flips and a Bayes head. v is a risk penalty, not milliseconds. Static pair purchase and pair-aware adaptive acquisition have equal Bayes performance in this construction. Source: sections/appendix.tex.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c80412938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6a57e22a94698" /><Relationship Type="http://schemas.openxmlformats.org/officeDocument/2006/relationships/slideLayout" Target="/ppt/slideLayouts/slideLayout1.xml" Id="R997d1c323e9440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d1c323e9440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b0901ec3546de" /><Relationship Type="http://schemas.openxmlformats.org/officeDocument/2006/relationships/notesSlide" Target="/ppt/notesSlides/notesSlide1.xml" Id="R5c050b69a6cc4c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80330434743a6" /><Relationship Type="http://schemas.openxmlformats.org/officeDocument/2006/relationships/notesSlide" Target="/ppt/notesSlides/notesSlide2.xml" Id="Rd55e15602a7b42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cf6be71cc414d" /><Relationship Type="http://schemas.openxmlformats.org/officeDocument/2006/relationships/notesSlide" Target="/ppt/notesSlides/notesSlide3.xml" Id="R19c09556e7bd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de0e9a9b6473f" /><Relationship Type="http://schemas.openxmlformats.org/officeDocument/2006/relationships/notesSlide" Target="/ppt/notesSlides/notesSlide4.xml" Id="Rcf65b423c6cf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337025994f98" /><Relationship Type="http://schemas.openxmlformats.org/officeDocument/2006/relationships/notesSlide" Target="/ppt/notesSlides/notesSlide5.xml" Id="R5917110013164c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text-1">
            <a:extLst xmlns:a="http://schemas.openxmlformats.org/drawingml/2006/main">
              <a:ext uri="{FF2B5EF4-FFF2-40B4-BE49-F238E27FC236}">
                <a16:creationId xmlns:a16="http://schemas.microsoft.com/office/drawing/2014/main" id="{0CDC28F4-15CF-42EE-885F-6F4BCF4D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81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(a) Measurement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9F025EA-167A-45ED-AC8E-890F544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100"/>
            <a:ext cx="2924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(b) Adaptive acquisition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D9FF585-F333-4429-97FD-6DCE5C2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(c) Prediction</a:t>
            </a:r>
          </a:p>
        </p:txBody>
      </p:sp>
      <p:sp>
        <p:nvSpPr>
          <p:cNvPr id="4" name="panel-4">
            <a:extLst xmlns:a="http://schemas.openxmlformats.org/drawingml/2006/main">
              <a:ext uri="{FF2B5EF4-FFF2-40B4-BE49-F238E27FC236}">
                <a16:creationId xmlns:a16="http://schemas.microsoft.com/office/drawing/2014/main" id="{9F6FCEFC-B90A-4B4E-9EC8-C5EF284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3850"/>
            <a:ext cx="1657350" cy="2181225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nel-5">
            <a:extLst xmlns:a="http://schemas.openxmlformats.org/drawingml/2006/main">
              <a:ext uri="{FF2B5EF4-FFF2-40B4-BE49-F238E27FC236}">
                <a16:creationId xmlns:a16="http://schemas.microsoft.com/office/drawing/2014/main" id="{AE66F6B4-5404-478E-815A-2A92D52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3850"/>
            <a:ext cx="2924175" cy="2181225"/>
          </a:xfrm>
          <a:prstGeom xmlns:a="http://schemas.openxmlformats.org/drawingml/2006/main" prst="roundRect">
            <a:avLst>
              <a:gd name="adj" fmla="val 305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nel-6">
            <a:extLst xmlns:a="http://schemas.openxmlformats.org/drawingml/2006/main">
              <a:ext uri="{FF2B5EF4-FFF2-40B4-BE49-F238E27FC236}">
                <a16:creationId xmlns:a16="http://schemas.microsoft.com/office/drawing/2014/main" id="{073B5643-48B1-42AB-AB97-2DABDAB5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3850"/>
            <a:ext cx="1428750" cy="2181225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put-image-7">
            <a:extLst xmlns:a="http://schemas.openxmlformats.org/drawingml/2006/main">
              <a:ext uri="{FF2B5EF4-FFF2-40B4-BE49-F238E27FC236}">
                <a16:creationId xmlns:a16="http://schemas.microsoft.com/office/drawing/2014/main" id="{EE55D1A2-5501-43E2-9626-F8548949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"/>
            <a:ext cx="4857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</p:sp>
      <p:sp>
        <p:nvSpPr>
          <p:cNvPr id="8" name="input-sun-8">
            <a:extLst xmlns:a="http://schemas.openxmlformats.org/drawingml/2006/main">
              <a:ext uri="{FF2B5EF4-FFF2-40B4-BE49-F238E27FC236}">
                <a16:creationId xmlns:a16="http://schemas.microsoft.com/office/drawing/2014/main" id="{D2DFE949-85C2-44B9-9FA8-0701AD1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4763">
            <a:solidFill>
              <a:srgbClr val="0072B2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49BE669E-5436-43F6-B2CC-147E2E7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28625" cy="152400"/>
          </a:xfrm>
          <a:custGeom xmlns:a="http://schemas.openxmlformats.org/drawingml/2006/main">
            <a:pathLst>
              <a:path w="428625" h="152400">
                <a:moveTo>
                  <a:pt x="0" y="152400"/>
                </a:moveTo>
                <a:lnTo>
                  <a:pt x="123825" y="0"/>
                </a:lnTo>
                <a:lnTo>
                  <a:pt x="219075" y="104775"/>
                </a:lnTo>
                <a:lnTo>
                  <a:pt x="285750" y="47625"/>
                </a:lnTo>
                <a:lnTo>
                  <a:pt x="428625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DFCF6D1-9209-4509-AB2C-386BAA47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239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Raw input x</a:t>
            </a:r>
          </a:p>
        </p:txBody>
      </p:sp>
      <p:sp>
        <p:nvSpPr>
          <p:cNvPr id="11" name="flow-11">
            <a:extLst xmlns:a="http://schemas.openxmlformats.org/drawingml/2006/main">
              <a:ext uri="{FF2B5EF4-FFF2-40B4-BE49-F238E27FC236}">
                <a16:creationId xmlns:a16="http://schemas.microsoft.com/office/drawing/2014/main" id="{4BB4E206-1F5A-413D-83D1-09E6E22B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049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2" name="arrowhead-12">
            <a:extLst xmlns:a="http://schemas.openxmlformats.org/drawingml/2006/main">
              <a:ext uri="{FF2B5EF4-FFF2-40B4-BE49-F238E27FC236}">
                <a16:creationId xmlns:a16="http://schemas.microsoft.com/office/drawing/2014/main" id="{E15AF617-3E66-474F-8B42-0302220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12096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905">
            <a:solidFill>
              <a:srgbClr val="0072B2"/>
            </a:solidFill>
          </a:ln>
        </p:spPr>
      </p:sp>
      <p:sp>
        <p:nvSpPr>
          <p:cNvPr id="13" name="responder-model">
            <a:extLst xmlns:a="http://schemas.openxmlformats.org/drawingml/2006/main">
              <a:ext uri="{FF2B5EF4-FFF2-40B4-BE49-F238E27FC236}">
                <a16:creationId xmlns:a16="http://schemas.microsoft.com/office/drawing/2014/main" id="{F5BE043F-D5B3-48DD-B78F-509AC8AF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66825"/>
            <a:ext cx="1152525" cy="542925"/>
          </a:xfrm>
          <a:custGeom xmlns:a="http://schemas.openxmlformats.org/drawingml/2006/main">
            <a:pathLst>
              <a:path w="1152525" h="542925">
                <a:moveTo>
                  <a:pt x="0" y="0"/>
                </a:moveTo>
                <a:lnTo>
                  <a:pt x="1152525" y="95250"/>
                </a:lnTo>
                <a:lnTo>
                  <a:pt x="1152525" y="447675"/>
                </a:lnTo>
                <a:lnTo>
                  <a:pt x="0" y="542925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E62B9CF-A132-4724-9E32-C6C4569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6207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6DD8996-405C-417F-9417-412D178E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9067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R(x, A)</a:t>
            </a:r>
          </a:p>
        </p:txBody>
      </p:sp>
      <p:sp>
        <p:nvSpPr>
          <p:cNvPr id="16" name="flow-15">
            <a:extLst xmlns:a="http://schemas.openxmlformats.org/drawingml/2006/main">
              <a:ext uri="{FF2B5EF4-FFF2-40B4-BE49-F238E27FC236}">
                <a16:creationId xmlns:a16="http://schemas.microsoft.com/office/drawing/2014/main" id="{1E0C07DF-9C3F-44D4-B2CA-93E6260E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7" name="arrowhead-16">
            <a:extLst xmlns:a="http://schemas.openxmlformats.org/drawingml/2006/main">
              <a:ext uri="{FF2B5EF4-FFF2-40B4-BE49-F238E27FC236}">
                <a16:creationId xmlns:a16="http://schemas.microsoft.com/office/drawing/2014/main" id="{43987301-6E05-47C3-B65A-6A5D51B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195262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905">
            <a:solidFill>
              <a:srgbClr val="0072B2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435BC23-2958-48DF-90F3-3F83C31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228850"/>
            <a:ext cx="1504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Typed observations</a:t>
            </a:r>
          </a:p>
        </p:txBody>
      </p:sp>
      <p:sp>
        <p:nvSpPr>
          <p:cNvPr id="19" name="panel-18">
            <a:extLst xmlns:a="http://schemas.openxmlformats.org/drawingml/2006/main">
              <a:ext uri="{FF2B5EF4-FFF2-40B4-BE49-F238E27FC236}">
                <a16:creationId xmlns:a16="http://schemas.microsoft.com/office/drawing/2014/main" id="{35C14151-ED1D-43B9-A57B-B6FA1745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4095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6169328-9979-4DC1-8666-E570006D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93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1" name="panel-20">
            <a:extLst xmlns:a="http://schemas.openxmlformats.org/drawingml/2006/main">
              <a:ext uri="{FF2B5EF4-FFF2-40B4-BE49-F238E27FC236}">
                <a16:creationId xmlns:a16="http://schemas.microsoft.com/office/drawing/2014/main" id="{7747455E-26A3-4590-B47B-E4FB539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095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A70D9DB5-E0AF-429D-AA86-98BFF69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3" name="panel-22">
            <a:extLst xmlns:a="http://schemas.openxmlformats.org/drawingml/2006/main">
              <a:ext uri="{FF2B5EF4-FFF2-40B4-BE49-F238E27FC236}">
                <a16:creationId xmlns:a16="http://schemas.microsoft.com/office/drawing/2014/main" id="{AB24960F-7BB8-4D76-BC56-6C480991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095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C6B1F114-6267-431C-BDC4-643034A8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5" name="flow-24">
            <a:extLst xmlns:a="http://schemas.openxmlformats.org/drawingml/2006/main">
              <a:ext uri="{FF2B5EF4-FFF2-40B4-BE49-F238E27FC236}">
                <a16:creationId xmlns:a16="http://schemas.microsoft.com/office/drawing/2014/main" id="{992032A7-4716-45A9-8E7B-9A3D33B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47725"/>
            <a:ext cx="457200" cy="1257300"/>
          </a:xfrm>
          <a:custGeom xmlns:a="http://schemas.openxmlformats.org/drawingml/2006/main">
            <a:pathLst>
              <a:path w="457200" h="1257300">
                <a:moveTo>
                  <a:pt x="0" y="1257300"/>
                </a:moveTo>
                <a:lnTo>
                  <a:pt x="228600" y="1257300"/>
                </a:lnTo>
                <a:lnTo>
                  <a:pt x="228600" y="0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6" name="arrowhead-25">
            <a:extLst xmlns:a="http://schemas.openxmlformats.org/drawingml/2006/main">
              <a:ext uri="{FF2B5EF4-FFF2-40B4-BE49-F238E27FC236}">
                <a16:creationId xmlns:a16="http://schemas.microsoft.com/office/drawing/2014/main" id="{75AFD9F5-EB0D-4E76-9857-AC11675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22960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27" name="panel-26">
            <a:extLst xmlns:a="http://schemas.openxmlformats.org/drawingml/2006/main">
              <a:ext uri="{FF2B5EF4-FFF2-40B4-BE49-F238E27FC236}">
                <a16:creationId xmlns:a16="http://schemas.microsoft.com/office/drawing/2014/main" id="{40943582-9ED6-4CEC-B50D-7BA75844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"/>
            <a:ext cx="262890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2BD21DE-DDAA-4879-983C-60C943F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3400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Acquired concept evidence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69FA14C1-576B-496B-B3EC-903B199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6200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IDs · values · statuses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3D32517-8501-4C62-898E-17EF85B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971550"/>
            <a:ext cx="733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Group mask</a:t>
            </a:r>
          </a:p>
        </p:txBody>
      </p:sp>
      <p:sp>
        <p:nvSpPr>
          <p:cNvPr id="31" name="group-token-30">
            <a:extLst xmlns:a="http://schemas.openxmlformats.org/drawingml/2006/main">
              <a:ext uri="{FF2B5EF4-FFF2-40B4-BE49-F238E27FC236}">
                <a16:creationId xmlns:a16="http://schemas.microsoft.com/office/drawing/2014/main" id="{557A702B-1412-4FC2-A8F0-232ECF4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32" name="group-token-31">
            <a:extLst xmlns:a="http://schemas.openxmlformats.org/drawingml/2006/main">
              <a:ext uri="{FF2B5EF4-FFF2-40B4-BE49-F238E27FC236}">
                <a16:creationId xmlns:a16="http://schemas.microsoft.com/office/drawing/2014/main" id="{F72F9F93-996B-40C6-A14D-2CB5789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33" name="group-token-32">
            <a:extLst xmlns:a="http://schemas.openxmlformats.org/drawingml/2006/main">
              <a:ext uri="{FF2B5EF4-FFF2-40B4-BE49-F238E27FC236}">
                <a16:creationId xmlns:a16="http://schemas.microsoft.com/office/drawing/2014/main" id="{2F713ED8-E092-4B3D-AEFF-001F82F6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34" name="group-token-33">
            <a:extLst xmlns:a="http://schemas.openxmlformats.org/drawingml/2006/main">
              <a:ext uri="{FF2B5EF4-FFF2-40B4-BE49-F238E27FC236}">
                <a16:creationId xmlns:a16="http://schemas.microsoft.com/office/drawing/2014/main" id="{5C63A23E-A8A9-4AE2-85C9-7B2B71F6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35" name="group-token-34">
            <a:extLst xmlns:a="http://schemas.openxmlformats.org/drawingml/2006/main">
              <a:ext uri="{FF2B5EF4-FFF2-40B4-BE49-F238E27FC236}">
                <a16:creationId xmlns:a16="http://schemas.microsoft.com/office/drawing/2014/main" id="{C1867794-B6FE-47DB-8F51-AAF3E953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9650"/>
            <a:ext cx="71438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E31B47E3-7FBE-40DF-BDA1-EE40CEDD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962025"/>
            <a:ext cx="962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37" name="flow-36">
            <a:extLst xmlns:a="http://schemas.openxmlformats.org/drawingml/2006/main">
              <a:ext uri="{FF2B5EF4-FFF2-40B4-BE49-F238E27FC236}">
                <a16:creationId xmlns:a16="http://schemas.microsoft.com/office/drawing/2014/main" id="{FF966618-DBCF-4FC5-A2DB-1A82BE3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190625"/>
            <a:ext cx="95" cy="200025"/>
          </a:xfrm>
          <a:custGeom xmlns:a="http://schemas.openxmlformats.org/drawingml/2006/main">
            <a:pathLst>
              <a:path w="9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38" name="arrowhead-37">
            <a:extLst xmlns:a="http://schemas.openxmlformats.org/drawingml/2006/main">
              <a:ext uri="{FF2B5EF4-FFF2-40B4-BE49-F238E27FC236}">
                <a16:creationId xmlns:a16="http://schemas.microsoft.com/office/drawing/2014/main" id="{A93E4C00-6693-4AB3-8D88-244045B7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134302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39" name="flow-38">
            <a:extLst xmlns:a="http://schemas.openxmlformats.org/drawingml/2006/main">
              <a:ext uri="{FF2B5EF4-FFF2-40B4-BE49-F238E27FC236}">
                <a16:creationId xmlns:a16="http://schemas.microsoft.com/office/drawing/2014/main" id="{E21AEED6-B926-4FBD-BA5C-A7841F0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190625"/>
            <a:ext cx="95" cy="219075"/>
          </a:xfrm>
          <a:custGeom xmlns:a="http://schemas.openxmlformats.org/drawingml/2006/main"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40" name="arrowhead-39">
            <a:extLst xmlns:a="http://schemas.openxmlformats.org/drawingml/2006/main">
              <a:ext uri="{FF2B5EF4-FFF2-40B4-BE49-F238E27FC236}">
                <a16:creationId xmlns:a16="http://schemas.microsoft.com/office/drawing/2014/main" id="{F27C95A2-F8C5-4884-9045-06316F6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60" y="13620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14F1EA4E-7077-45ED-A87E-C8F2FAF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620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Legal actions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2BB12818-931F-4B2C-869F-87952453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906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Singleton</a:t>
            </a:r>
          </a:p>
        </p:txBody>
      </p:sp>
      <p:sp>
        <p:nvSpPr>
          <p:cNvPr id="43" name="group-token-42">
            <a:extLst xmlns:a="http://schemas.openxmlformats.org/drawingml/2006/main">
              <a:ext uri="{FF2B5EF4-FFF2-40B4-BE49-F238E27FC236}">
                <a16:creationId xmlns:a16="http://schemas.microsoft.com/office/drawing/2014/main" id="{5A9AF933-C2BC-4258-8761-B159268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4" name="group-token-43">
            <a:extLst xmlns:a="http://schemas.openxmlformats.org/drawingml/2006/main">
              <a:ext uri="{FF2B5EF4-FFF2-40B4-BE49-F238E27FC236}">
                <a16:creationId xmlns:a16="http://schemas.microsoft.com/office/drawing/2014/main" id="{61EBF25F-792D-4222-953E-501EE1A7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45" name="group-token-44">
            <a:extLst xmlns:a="http://schemas.openxmlformats.org/drawingml/2006/main">
              <a:ext uri="{FF2B5EF4-FFF2-40B4-BE49-F238E27FC236}">
                <a16:creationId xmlns:a16="http://schemas.microsoft.com/office/drawing/2014/main" id="{1353877C-848A-4CFD-8631-2118D34C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6" name="group-token-45">
            <a:extLst xmlns:a="http://schemas.openxmlformats.org/drawingml/2006/main">
              <a:ext uri="{FF2B5EF4-FFF2-40B4-BE49-F238E27FC236}">
                <a16:creationId xmlns:a16="http://schemas.microsoft.com/office/drawing/2014/main" id="{C823BC0C-47CE-410E-8E21-FC5A60ED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7" name="group-token-46">
            <a:extLst xmlns:a="http://schemas.openxmlformats.org/drawingml/2006/main">
              <a:ext uri="{FF2B5EF4-FFF2-40B4-BE49-F238E27FC236}">
                <a16:creationId xmlns:a16="http://schemas.microsoft.com/office/drawing/2014/main" id="{CB6D517D-8869-43DA-9B7D-D98984DC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2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B08635FC-223E-42C7-A19E-2B8AF7B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811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Pair</a:t>
            </a:r>
          </a:p>
        </p:txBody>
      </p:sp>
      <p:sp>
        <p:nvSpPr>
          <p:cNvPr id="49" name="group-token-48">
            <a:extLst xmlns:a="http://schemas.openxmlformats.org/drawingml/2006/main">
              <a:ext uri="{FF2B5EF4-FFF2-40B4-BE49-F238E27FC236}">
                <a16:creationId xmlns:a16="http://schemas.microsoft.com/office/drawing/2014/main" id="{0DC8A712-95F6-4423-9367-594A4F6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0" name="group-token-49">
            <a:extLst xmlns:a="http://schemas.openxmlformats.org/drawingml/2006/main">
              <a:ext uri="{FF2B5EF4-FFF2-40B4-BE49-F238E27FC236}">
                <a16:creationId xmlns:a16="http://schemas.microsoft.com/office/drawing/2014/main" id="{003D1936-3AA5-47CB-8E56-C519AF2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1" name="group-token-50">
            <a:extLst xmlns:a="http://schemas.openxmlformats.org/drawingml/2006/main">
              <a:ext uri="{FF2B5EF4-FFF2-40B4-BE49-F238E27FC236}">
                <a16:creationId xmlns:a16="http://schemas.microsoft.com/office/drawing/2014/main" id="{922B4A33-B958-4950-9229-E93C1044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2" name="group-token-51">
            <a:extLst xmlns:a="http://schemas.openxmlformats.org/drawingml/2006/main">
              <a:ext uri="{FF2B5EF4-FFF2-40B4-BE49-F238E27FC236}">
                <a16:creationId xmlns:a16="http://schemas.microsoft.com/office/drawing/2014/main" id="{B8D0E43D-827A-4177-91E0-007D6EBD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3" name="group-token-52">
            <a:extLst xmlns:a="http://schemas.openxmlformats.org/drawingml/2006/main">
              <a:ext uri="{FF2B5EF4-FFF2-40B4-BE49-F238E27FC236}">
                <a16:creationId xmlns:a16="http://schemas.microsoft.com/office/drawing/2014/main" id="{740239B9-6E33-411F-98DC-0D2FB339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3A461E01-2B1B-4D77-A6B7-D3FA09F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716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Remaining</a:t>
            </a:r>
          </a:p>
        </p:txBody>
      </p:sp>
      <p:sp>
        <p:nvSpPr>
          <p:cNvPr id="55" name="group-token-54">
            <a:extLst xmlns:a="http://schemas.openxmlformats.org/drawingml/2006/main">
              <a:ext uri="{FF2B5EF4-FFF2-40B4-BE49-F238E27FC236}">
                <a16:creationId xmlns:a16="http://schemas.microsoft.com/office/drawing/2014/main" id="{2C5632A1-E6F3-4301-8902-DA1E8BBC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6" name="group-token-55">
            <a:extLst xmlns:a="http://schemas.openxmlformats.org/drawingml/2006/main">
              <a:ext uri="{FF2B5EF4-FFF2-40B4-BE49-F238E27FC236}">
                <a16:creationId xmlns:a16="http://schemas.microsoft.com/office/drawing/2014/main" id="{31792A29-F38C-4EC5-8BA4-3F79E20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7" name="group-token-56">
            <a:extLst xmlns:a="http://schemas.openxmlformats.org/drawingml/2006/main">
              <a:ext uri="{FF2B5EF4-FFF2-40B4-BE49-F238E27FC236}">
                <a16:creationId xmlns:a16="http://schemas.microsoft.com/office/drawing/2014/main" id="{E9092999-455C-4EE6-9BF5-B2951877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58" name="group-token-57">
            <a:extLst xmlns:a="http://schemas.openxmlformats.org/drawingml/2006/main">
              <a:ext uri="{FF2B5EF4-FFF2-40B4-BE49-F238E27FC236}">
                <a16:creationId xmlns:a16="http://schemas.microsoft.com/office/drawing/2014/main" id="{0C773265-F754-481E-A336-881C843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59" name="group-token-58">
            <a:extLst xmlns:a="http://schemas.openxmlformats.org/drawingml/2006/main">
              <a:ext uri="{FF2B5EF4-FFF2-40B4-BE49-F238E27FC236}">
                <a16:creationId xmlns:a16="http://schemas.microsoft.com/office/drawing/2014/main" id="{058DEDB4-5AE2-4148-B10C-763731E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DC7"/>
          </a:solidFill>
          <a:ln xmlns:a="http://schemas.openxmlformats.org/drawingml/2006/main" w="5715">
            <a:solidFill>
              <a:srgbClr val="7A5DC7"/>
            </a:solidFill>
            <a:prstDash val="solid"/>
          </a:ln>
        </p:spPr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1ADF39CB-0129-4E09-B79C-8F4458FB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621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61" name="group-token-60">
            <a:extLst xmlns:a="http://schemas.openxmlformats.org/drawingml/2006/main">
              <a:ext uri="{FF2B5EF4-FFF2-40B4-BE49-F238E27FC236}">
                <a16:creationId xmlns:a16="http://schemas.microsoft.com/office/drawing/2014/main" id="{BB6E23B1-CDA0-424C-8A81-B6ABFA2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2" name="group-token-61">
            <a:extLst xmlns:a="http://schemas.openxmlformats.org/drawingml/2006/main">
              <a:ext uri="{FF2B5EF4-FFF2-40B4-BE49-F238E27FC236}">
                <a16:creationId xmlns:a16="http://schemas.microsoft.com/office/drawing/2014/main" id="{D77BBC68-8BF6-453E-9429-88C00D8E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3" name="group-token-62">
            <a:extLst xmlns:a="http://schemas.openxmlformats.org/drawingml/2006/main">
              <a:ext uri="{FF2B5EF4-FFF2-40B4-BE49-F238E27FC236}">
                <a16:creationId xmlns:a16="http://schemas.microsoft.com/office/drawing/2014/main" id="{AEAF5B99-ED19-4F0F-8AD4-695F2D4B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4" name="group-token-63">
            <a:extLst xmlns:a="http://schemas.openxmlformats.org/drawingml/2006/main">
              <a:ext uri="{FF2B5EF4-FFF2-40B4-BE49-F238E27FC236}">
                <a16:creationId xmlns:a16="http://schemas.microsoft.com/office/drawing/2014/main" id="{84E45E3E-2CB3-4965-A0B3-1CE95895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5" name="group-token-64">
            <a:extLst xmlns:a="http://schemas.openxmlformats.org/drawingml/2006/main">
              <a:ext uri="{FF2B5EF4-FFF2-40B4-BE49-F238E27FC236}">
                <a16:creationId xmlns:a16="http://schemas.microsoft.com/office/drawing/2014/main" id="{D02EE253-3D9F-4454-99E9-1A271A0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00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6E6E6E"/>
            </a:solidFill>
            <a:prstDash val="solid"/>
          </a:ln>
        </p:spPr>
      </p:sp>
      <p:sp>
        <p:nvSpPr>
          <p:cNvPr id="66" name="text-65">
            <a:extLst xmlns:a="http://schemas.openxmlformats.org/drawingml/2006/main">
              <a:ext uri="{FF2B5EF4-FFF2-40B4-BE49-F238E27FC236}">
                <a16:creationId xmlns:a16="http://schemas.microsoft.com/office/drawing/2014/main" id="{8A6E156B-E2C9-4B9B-A2EC-DAEB6DAD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336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unqueried only</a:t>
            </a:r>
          </a:p>
        </p:txBody>
      </p:sp>
      <p:sp>
        <p:nvSpPr>
          <p:cNvPr id="67" name="panel-66">
            <a:extLst xmlns:a="http://schemas.openxmlformats.org/drawingml/2006/main">
              <a:ext uri="{FF2B5EF4-FFF2-40B4-BE49-F238E27FC236}">
                <a16:creationId xmlns:a16="http://schemas.microsoft.com/office/drawing/2014/main" id="{5359DD3C-786D-42CA-BC20-2F9C5074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419225"/>
            <a:ext cx="145732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A5DC7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611DD93E-A3AE-44EB-BAB9-DE40C907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57325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Action scoring</a:t>
            </a:r>
          </a:p>
        </p:txBody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32BB61F6-F16F-4D40-83AE-2F977B5C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859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Risk after acquisition</a:t>
            </a:r>
          </a:p>
        </p:txBody>
      </p:sp>
      <p:sp>
        <p:nvSpPr>
          <p:cNvPr id="70" name="text-69">
            <a:extLst xmlns:a="http://schemas.openxmlformats.org/drawingml/2006/main">
              <a:ext uri="{FF2B5EF4-FFF2-40B4-BE49-F238E27FC236}">
                <a16:creationId xmlns:a16="http://schemas.microsoft.com/office/drawing/2014/main" id="{339648A9-822C-43E3-8595-6533F61A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5737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or signed loss reduction</a:t>
            </a:r>
          </a:p>
        </p:txBody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8D2BF372-0DB6-4944-9456-BF7C7881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81150"/>
            <a:ext cx="47625" cy="723900"/>
          </a:xfrm>
          <a:custGeom xmlns:a="http://schemas.openxmlformats.org/drawingml/2006/main">
            <a:pathLst>
              <a:path w="47625" h="723900">
                <a:moveTo>
                  <a:pt x="0" y="0"/>
                </a:moveTo>
                <a:lnTo>
                  <a:pt x="47625" y="0"/>
                </a:lnTo>
                <a:lnTo>
                  <a:pt x="47625" y="723900"/>
                </a:ln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A5DC7"/>
            </a:solidFill>
            <a:prstDash val="solid"/>
          </a:ln>
        </p:spPr>
      </p:sp>
      <p:sp>
        <p:nvSpPr>
          <p:cNvPr id="72" name="flow-71">
            <a:extLst xmlns:a="http://schemas.openxmlformats.org/drawingml/2006/main">
              <a:ext uri="{FF2B5EF4-FFF2-40B4-BE49-F238E27FC236}">
                <a16:creationId xmlns:a16="http://schemas.microsoft.com/office/drawing/2014/main" id="{B57D6066-98ED-40F5-9DF0-3F0025E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A5DC7"/>
            </a:solidFill>
            <a:prstDash val="solid"/>
          </a:ln>
        </p:spPr>
      </p:sp>
      <p:sp>
        <p:nvSpPr>
          <p:cNvPr id="73" name="arrowhead-72">
            <a:extLst xmlns:a="http://schemas.openxmlformats.org/drawingml/2006/main">
              <a:ext uri="{FF2B5EF4-FFF2-40B4-BE49-F238E27FC236}">
                <a16:creationId xmlns:a16="http://schemas.microsoft.com/office/drawing/2014/main" id="{C0AA6C50-51FC-4E06-8273-F768CF9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6118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7A5DC7"/>
          </a:solidFill>
          <a:ln xmlns:a="http://schemas.openxmlformats.org/drawingml/2006/main" w="1905">
            <a:solidFill>
              <a:srgbClr val="7A5DC7"/>
            </a:solidFill>
          </a:ln>
        </p:spPr>
      </p:sp>
      <p:sp>
        <p:nvSpPr>
          <p:cNvPr id="74" name="panel-73">
            <a:extLst xmlns:a="http://schemas.openxmlformats.org/drawingml/2006/main">
              <a:ext uri="{FF2B5EF4-FFF2-40B4-BE49-F238E27FC236}">
                <a16:creationId xmlns:a16="http://schemas.microsoft.com/office/drawing/2014/main" id="{377DBD89-55AD-4CAC-97B6-87F1AC2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95500"/>
            <a:ext cx="145732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7A5D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005B10CE-5C57-406A-888C-615B3E1E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05025"/>
            <a:ext cx="1247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Acquire or STOP</a:t>
            </a:r>
          </a:p>
        </p:txBody>
      </p:sp>
      <p:sp>
        <p:nvSpPr>
          <p:cNvPr id="76" name="text-75">
            <a:extLst xmlns:a="http://schemas.openxmlformats.org/drawingml/2006/main">
              <a:ext uri="{FF2B5EF4-FFF2-40B4-BE49-F238E27FC236}">
                <a16:creationId xmlns:a16="http://schemas.microsoft.com/office/drawing/2014/main" id="{65A25DE1-A9EA-46BB-BB12-5A88EDF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1247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declared budget</a:t>
            </a:r>
          </a:p>
        </p:txBody>
      </p:sp>
      <p:sp>
        <p:nvSpPr>
          <p:cNvPr id="77" name="flow-76">
            <a:extLst xmlns:a="http://schemas.openxmlformats.org/drawingml/2006/main">
              <a:ext uri="{FF2B5EF4-FFF2-40B4-BE49-F238E27FC236}">
                <a16:creationId xmlns:a16="http://schemas.microsoft.com/office/drawing/2014/main" id="{A2095DFE-3551-413D-90D9-F0B9D36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78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A5DC7"/>
            </a:solidFill>
            <a:prstDash val="solid"/>
          </a:ln>
        </p:spPr>
      </p:sp>
      <p:sp>
        <p:nvSpPr>
          <p:cNvPr id="78" name="arrowhead-77">
            <a:extLst xmlns:a="http://schemas.openxmlformats.org/drawingml/2006/main">
              <a:ext uri="{FF2B5EF4-FFF2-40B4-BE49-F238E27FC236}">
                <a16:creationId xmlns:a16="http://schemas.microsoft.com/office/drawing/2014/main" id="{A001F87B-5D8B-4571-92F0-7E8298AC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735" y="2038350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A5DC7"/>
          </a:solidFill>
          <a:ln xmlns:a="http://schemas.openxmlformats.org/drawingml/2006/main" w="1905">
            <a:solidFill>
              <a:srgbClr val="7A5DC7"/>
            </a:solidFill>
          </a:ln>
        </p:spPr>
      </p:sp>
      <p:sp>
        <p:nvSpPr>
          <p:cNvPr id="79" name="panel-78">
            <a:extLst xmlns:a="http://schemas.openxmlformats.org/drawingml/2006/main">
              <a:ext uri="{FF2B5EF4-FFF2-40B4-BE49-F238E27FC236}">
                <a16:creationId xmlns:a16="http://schemas.microsoft.com/office/drawing/2014/main" id="{3841A8CD-6963-42E3-9EEA-71133AA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"/>
            <a:ext cx="1104900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80" name="text-79">
            <a:extLst xmlns:a="http://schemas.openxmlformats.org/drawingml/2006/main">
              <a:ext uri="{FF2B5EF4-FFF2-40B4-BE49-F238E27FC236}">
                <a16:creationId xmlns:a16="http://schemas.microsoft.com/office/drawing/2014/main" id="{067B4F86-79DC-4D8C-87B8-8E69C6B3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286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Task head</a:t>
            </a:r>
          </a:p>
        </p:txBody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0A6B5131-E8D7-489D-911C-C636C701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14400"/>
            <a:ext cx="338138" cy="31432"/>
          </a:xfrm>
          <a:custGeom xmlns:a="http://schemas.openxmlformats.org/drawingml/2006/main">
            <a:pathLst>
              <a:path w="338138" h="31432">
                <a:moveTo>
                  <a:pt x="0" y="0"/>
                </a:moveTo>
                <a:lnTo>
                  <a:pt x="338138" y="31432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2" name="path-81">
            <a:extLst xmlns:a="http://schemas.openxmlformats.org/drawingml/2006/main">
              <a:ext uri="{FF2B5EF4-FFF2-40B4-BE49-F238E27FC236}">
                <a16:creationId xmlns:a16="http://schemas.microsoft.com/office/drawing/2014/main" id="{18CC20DE-BB7A-4BB6-B4E9-00D26B67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14400"/>
            <a:ext cx="338138" cy="178118"/>
          </a:xfrm>
          <a:custGeom xmlns:a="http://schemas.openxmlformats.org/drawingml/2006/main">
            <a:pathLst>
              <a:path w="338138" h="178118">
                <a:moveTo>
                  <a:pt x="0" y="0"/>
                </a:moveTo>
                <a:lnTo>
                  <a:pt x="338138" y="178118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3" name="path-82">
            <a:extLst xmlns:a="http://schemas.openxmlformats.org/drawingml/2006/main">
              <a:ext uri="{FF2B5EF4-FFF2-40B4-BE49-F238E27FC236}">
                <a16:creationId xmlns:a16="http://schemas.microsoft.com/office/drawing/2014/main" id="{0B1213F1-5766-47FF-A94D-47CF6902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45833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73343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4" name="path-83">
            <a:extLst xmlns:a="http://schemas.openxmlformats.org/drawingml/2006/main">
              <a:ext uri="{FF2B5EF4-FFF2-40B4-BE49-F238E27FC236}">
                <a16:creationId xmlns:a16="http://schemas.microsoft.com/office/drawing/2014/main" id="{40192912-23F2-4970-A774-B5A9FC6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19175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0"/>
                </a:moveTo>
                <a:lnTo>
                  <a:pt x="338138" y="73343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5" name="path-84">
            <a:extLst xmlns:a="http://schemas.openxmlformats.org/drawingml/2006/main">
              <a:ext uri="{FF2B5EF4-FFF2-40B4-BE49-F238E27FC236}">
                <a16:creationId xmlns:a16="http://schemas.microsoft.com/office/drawing/2014/main" id="{E31605E6-B1E1-44CE-9D51-7AC7CE50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45833"/>
            <a:ext cx="338138" cy="178118"/>
          </a:xfrm>
          <a:custGeom xmlns:a="http://schemas.openxmlformats.org/drawingml/2006/main">
            <a:pathLst>
              <a:path w="338138" h="178118">
                <a:moveTo>
                  <a:pt x="0" y="178118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6" name="path-85">
            <a:extLst xmlns:a="http://schemas.openxmlformats.org/drawingml/2006/main">
              <a:ext uri="{FF2B5EF4-FFF2-40B4-BE49-F238E27FC236}">
                <a16:creationId xmlns:a16="http://schemas.microsoft.com/office/drawing/2014/main" id="{A3F7E7DE-0480-4157-9472-904D9BD0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92518"/>
            <a:ext cx="338138" cy="31432"/>
          </a:xfrm>
          <a:custGeom xmlns:a="http://schemas.openxmlformats.org/drawingml/2006/main">
            <a:pathLst>
              <a:path w="338138" h="31432">
                <a:moveTo>
                  <a:pt x="0" y="31432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DFDF10B8-4681-4623-809E-EBC6E2A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088" y="945833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0"/>
                </a:moveTo>
                <a:lnTo>
                  <a:pt x="338138" y="73343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8" name="path-87">
            <a:extLst xmlns:a="http://schemas.openxmlformats.org/drawingml/2006/main">
              <a:ext uri="{FF2B5EF4-FFF2-40B4-BE49-F238E27FC236}">
                <a16:creationId xmlns:a16="http://schemas.microsoft.com/office/drawing/2014/main" id="{EDABAEB7-C664-4FB6-B93E-66D96D6B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088" y="1019175"/>
            <a:ext cx="338138" cy="73343"/>
          </a:xfrm>
          <a:custGeom xmlns:a="http://schemas.openxmlformats.org/drawingml/2006/main">
            <a:pathLst>
              <a:path w="338138" h="73343">
                <a:moveTo>
                  <a:pt x="0" y="73343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009E73"/>
            </a:solidFill>
            <a:prstDash val="solid"/>
          </a:ln>
        </p:spPr>
      </p:sp>
      <p:sp>
        <p:nvSpPr>
          <p:cNvPr id="89" name="model-node-88">
            <a:extLst xmlns:a="http://schemas.openxmlformats.org/drawingml/2006/main">
              <a:ext uri="{FF2B5EF4-FFF2-40B4-BE49-F238E27FC236}">
                <a16:creationId xmlns:a16="http://schemas.microsoft.com/office/drawing/2014/main" id="{C196E719-ADC0-428D-B0B7-5A0E6EA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885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0" name="model-node-89">
            <a:extLst xmlns:a="http://schemas.openxmlformats.org/drawingml/2006/main">
              <a:ext uri="{FF2B5EF4-FFF2-40B4-BE49-F238E27FC236}">
                <a16:creationId xmlns:a16="http://schemas.microsoft.com/office/drawing/2014/main" id="{07F4DCB4-6E89-4FC4-B912-ADFEBADC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90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1" name="model-node-90">
            <a:extLst xmlns:a="http://schemas.openxmlformats.org/drawingml/2006/main">
              <a:ext uri="{FF2B5EF4-FFF2-40B4-BE49-F238E27FC236}">
                <a16:creationId xmlns:a16="http://schemas.microsoft.com/office/drawing/2014/main" id="{7FC41A9D-987F-4727-8275-83FE649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95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2" name="model-node-91">
            <a:extLst xmlns:a="http://schemas.openxmlformats.org/drawingml/2006/main">
              <a:ext uri="{FF2B5EF4-FFF2-40B4-BE49-F238E27FC236}">
                <a16:creationId xmlns:a16="http://schemas.microsoft.com/office/drawing/2014/main" id="{354140C4-F6BF-439F-9949-EF3F4051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13" y="91725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3" name="model-node-92">
            <a:extLst xmlns:a="http://schemas.openxmlformats.org/drawingml/2006/main">
              <a:ext uri="{FF2B5EF4-FFF2-40B4-BE49-F238E27FC236}">
                <a16:creationId xmlns:a16="http://schemas.microsoft.com/office/drawing/2014/main" id="{A35938AE-0D73-4793-906C-2953AF52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13" y="106394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4" name="model-node-93">
            <a:extLst xmlns:a="http://schemas.openxmlformats.org/drawingml/2006/main">
              <a:ext uri="{FF2B5EF4-FFF2-40B4-BE49-F238E27FC236}">
                <a16:creationId xmlns:a16="http://schemas.microsoft.com/office/drawing/2014/main" id="{CE8E2A86-B2BA-4FCB-BF02-4ED4AF6B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90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4E2EFCD4-20D0-451B-9C9E-1817879E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09675"/>
            <a:ext cx="95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fθ(H̄)</a:t>
            </a:r>
          </a:p>
        </p:txBody>
      </p:sp>
      <p:sp>
        <p:nvSpPr>
          <p:cNvPr id="96" name="flow-95">
            <a:extLst xmlns:a="http://schemas.openxmlformats.org/drawingml/2006/main">
              <a:ext uri="{FF2B5EF4-FFF2-40B4-BE49-F238E27FC236}">
                <a16:creationId xmlns:a16="http://schemas.microsoft.com/office/drawing/2014/main" id="{99DC5983-55CA-4BCE-8F55-0761900A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47725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97" name="arrowhead-96">
            <a:extLst xmlns:a="http://schemas.openxmlformats.org/drawingml/2006/main">
              <a:ext uri="{FF2B5EF4-FFF2-40B4-BE49-F238E27FC236}">
                <a16:creationId xmlns:a16="http://schemas.microsoft.com/office/drawing/2014/main" id="{294CF8EC-B88D-439B-841E-DB1754F0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822960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98" name="flow-97">
            <a:extLst xmlns:a="http://schemas.openxmlformats.org/drawingml/2006/main">
              <a:ext uri="{FF2B5EF4-FFF2-40B4-BE49-F238E27FC236}">
                <a16:creationId xmlns:a16="http://schemas.microsoft.com/office/drawing/2014/main" id="{5E442D76-F84A-47A5-B5AB-3294E1B4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19225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99" name="arrowhead-98">
            <a:extLst xmlns:a="http://schemas.openxmlformats.org/drawingml/2006/main">
              <a:ext uri="{FF2B5EF4-FFF2-40B4-BE49-F238E27FC236}">
                <a16:creationId xmlns:a16="http://schemas.microsoft.com/office/drawing/2014/main" id="{1081FFDD-1678-49A0-A905-A5CB55CF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16287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100" name="stop-gate-99">
            <a:extLst xmlns:a="http://schemas.openxmlformats.org/drawingml/2006/main">
              <a:ext uri="{FF2B5EF4-FFF2-40B4-BE49-F238E27FC236}">
                <a16:creationId xmlns:a16="http://schemas.microsoft.com/office/drawing/2014/main" id="{DCEDA4CD-0E3C-4E32-B8CF-32784472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8592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101" name="flow-100">
            <a:extLst xmlns:a="http://schemas.openxmlformats.org/drawingml/2006/main">
              <a:ext uri="{FF2B5EF4-FFF2-40B4-BE49-F238E27FC236}">
                <a16:creationId xmlns:a16="http://schemas.microsoft.com/office/drawing/2014/main" id="{E1EEC6A6-2225-468B-AE7F-43288E0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19275"/>
            <a:ext cx="95" cy="200025"/>
          </a:xfrm>
          <a:custGeom xmlns:a="http://schemas.openxmlformats.org/drawingml/2006/main">
            <a:pathLst>
              <a:path w="9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102" name="arrowhead-101">
            <a:extLst xmlns:a="http://schemas.openxmlformats.org/drawingml/2006/main">
              <a:ext uri="{FF2B5EF4-FFF2-40B4-BE49-F238E27FC236}">
                <a16:creationId xmlns:a16="http://schemas.microsoft.com/office/drawing/2014/main" id="{85725F74-F47C-479B-B472-7CCFDB36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1971675"/>
            <a:ext cx="49530" cy="47625"/>
          </a:xfrm>
          <a:custGeom xmlns:a="http://schemas.openxmlformats.org/drawingml/2006/main">
            <a:pathLst>
              <a:path w="49530" h="47625">
                <a:moveTo>
                  <a:pt x="24765" y="47625"/>
                </a:moveTo>
                <a:lnTo>
                  <a:pt x="495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E73"/>
          </a:solidFill>
          <a:ln xmlns:a="http://schemas.openxmlformats.org/drawingml/2006/main" w="1905">
            <a:solidFill>
              <a:srgbClr val="009E73"/>
            </a:solidFill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A4C6AE52-C5D7-430B-89B4-62C8C43E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383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04" name="text-103">
            <a:extLst xmlns:a="http://schemas.openxmlformats.org/drawingml/2006/main">
              <a:ext uri="{FF2B5EF4-FFF2-40B4-BE49-F238E27FC236}">
                <a16:creationId xmlns:a16="http://schemas.microsoft.com/office/drawing/2014/main" id="{DEE72763-89DF-4712-9FE3-008C3744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ŷ</a:t>
            </a:r>
          </a:p>
        </p:txBody>
      </p:sp>
      <p:sp>
        <p:nvSpPr>
          <p:cNvPr id="105" name="flow-104">
            <a:extLst xmlns:a="http://schemas.openxmlformats.org/drawingml/2006/main">
              <a:ext uri="{FF2B5EF4-FFF2-40B4-BE49-F238E27FC236}">
                <a16:creationId xmlns:a16="http://schemas.microsoft.com/office/drawing/2014/main" id="{9B96C840-9511-4615-A216-EF8A28D3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52600"/>
            <a:ext cx="933450" cy="533400"/>
          </a:xfrm>
          <a:custGeom xmlns:a="http://schemas.openxmlformats.org/drawingml/2006/main">
            <a:pathLst>
              <a:path w="933450" h="533400">
                <a:moveTo>
                  <a:pt x="0" y="533400"/>
                </a:moveTo>
                <a:lnTo>
                  <a:pt x="238125" y="533400"/>
                </a:lnTo>
                <a:lnTo>
                  <a:pt x="238125" y="0"/>
                </a:ln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A5DC7"/>
            </a:solidFill>
            <a:prstDash val="solid"/>
          </a:ln>
        </p:spPr>
      </p:sp>
      <p:sp>
        <p:nvSpPr>
          <p:cNvPr id="106" name="arrowhead-105">
            <a:extLst xmlns:a="http://schemas.openxmlformats.org/drawingml/2006/main">
              <a:ext uri="{FF2B5EF4-FFF2-40B4-BE49-F238E27FC236}">
                <a16:creationId xmlns:a16="http://schemas.microsoft.com/office/drawing/2014/main" id="{FF611D27-6825-471F-BF03-74678590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2783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7A5DC7"/>
          </a:solidFill>
          <a:ln xmlns:a="http://schemas.openxmlformats.org/drawingml/2006/main" w="1905">
            <a:solidFill>
              <a:srgbClr val="7A5DC7"/>
            </a:solidFill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8FCDB78C-423B-41DE-8FD5-0A44905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543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5D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5DC7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108" name="flow-107">
            <a:extLst xmlns:a="http://schemas.openxmlformats.org/drawingml/2006/main">
              <a:ext uri="{FF2B5EF4-FFF2-40B4-BE49-F238E27FC236}">
                <a16:creationId xmlns:a16="http://schemas.microsoft.com/office/drawing/2014/main" id="{F2C1BA4A-A3FE-478D-BCAD-7D93AF9C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43050"/>
            <a:ext cx="3829050" cy="1076325"/>
          </a:xfrm>
          <a:custGeom xmlns:a="http://schemas.openxmlformats.org/drawingml/2006/main">
            <a:pathLst>
              <a:path w="3829050" h="1076325">
                <a:moveTo>
                  <a:pt x="3829050" y="904875"/>
                </a:moveTo>
                <a:lnTo>
                  <a:pt x="3829050" y="1076325"/>
                </a:lnTo>
                <a:lnTo>
                  <a:pt x="0" y="1076325"/>
                </a:lnTo>
                <a:lnTo>
                  <a:pt x="0" y="0"/>
                </a:ln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2B2"/>
            </a:solidFill>
            <a:prstDash val="solid"/>
          </a:ln>
        </p:spPr>
      </p:sp>
      <p:sp>
        <p:nvSpPr>
          <p:cNvPr id="109" name="arrowhead-108">
            <a:extLst xmlns:a="http://schemas.openxmlformats.org/drawingml/2006/main">
              <a:ext uri="{FF2B5EF4-FFF2-40B4-BE49-F238E27FC236}">
                <a16:creationId xmlns:a16="http://schemas.microsoft.com/office/drawing/2014/main" id="{B4CB7936-0E94-4464-A62B-7EEF6DD8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1828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905">
            <a:solidFill>
              <a:srgbClr val="0072B2"/>
            </a:solidFill>
          </a:ln>
        </p:spPr>
      </p:sp>
      <p:sp>
        <p:nvSpPr>
          <p:cNvPr id="110" name="panel-109">
            <a:extLst xmlns:a="http://schemas.openxmlformats.org/drawingml/2006/main">
              <a:ext uri="{FF2B5EF4-FFF2-40B4-BE49-F238E27FC236}">
                <a16:creationId xmlns:a16="http://schemas.microsoft.com/office/drawing/2014/main" id="{3F9EE419-6AD5-4973-8073-FBF14A4F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24125"/>
            <a:ext cx="1800225" cy="1905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014EF3C4-867C-4742-888D-95185AC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24125"/>
            <a:ext cx="177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Acquire A and update evidence</a:t>
            </a:r>
          </a:p>
        </p:txBody>
      </p:sp>
      <p:sp>
        <p:nvSpPr>
          <p:cNvPr id="112" name="panel-111">
            <a:extLst xmlns:a="http://schemas.openxmlformats.org/drawingml/2006/main">
              <a:ext uri="{FF2B5EF4-FFF2-40B4-BE49-F238E27FC236}">
                <a16:creationId xmlns:a16="http://schemas.microsoft.com/office/drawing/2014/main" id="{B77A4E86-9FE5-4C0D-8812-A81265A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800350"/>
            <a:ext cx="6296025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F8117877-077D-4365-B7F2-AD85D32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0"/>
            <a:ext cx="60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FAE834DD-AD26-4F6A-B424-ABA35BED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0350"/>
            <a:ext cx="2247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Public labels + cross-fitted responses</a:t>
            </a:r>
          </a:p>
        </p:txBody>
      </p:sp>
      <p:sp>
        <p:nvSpPr>
          <p:cNvPr id="115" name="flow-114">
            <a:extLst xmlns:a="http://schemas.openxmlformats.org/drawingml/2006/main">
              <a:ext uri="{FF2B5EF4-FFF2-40B4-BE49-F238E27FC236}">
                <a16:creationId xmlns:a16="http://schemas.microsoft.com/office/drawing/2014/main" id="{C1D9E877-0DFC-42B6-A772-3FFF9E4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956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E6E6E"/>
            </a:solidFill>
            <a:prstDash val="dash"/>
          </a:ln>
        </p:spPr>
      </p:sp>
      <p:sp>
        <p:nvSpPr>
          <p:cNvPr id="116" name="arrowhead-115">
            <a:extLst xmlns:a="http://schemas.openxmlformats.org/drawingml/2006/main">
              <a:ext uri="{FF2B5EF4-FFF2-40B4-BE49-F238E27FC236}">
                <a16:creationId xmlns:a16="http://schemas.microsoft.com/office/drawing/2014/main" id="{EA629D30-53CB-4DEF-A516-668FF21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7083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6E6E6E"/>
          </a:solidFill>
          <a:ln xmlns:a="http://schemas.openxmlformats.org/drawingml/2006/main" w="1905">
            <a:solidFill>
              <a:srgbClr val="6E6E6E"/>
            </a:solidFill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4A6EEE21-4DDE-4CF2-B3F2-9C5DB67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Error / signed loss reduction</a:t>
            </a:r>
          </a:p>
        </p:txBody>
      </p:sp>
      <p:sp>
        <p:nvSpPr>
          <p:cNvPr id="118" name="flow-117">
            <a:extLst xmlns:a="http://schemas.openxmlformats.org/drawingml/2006/main">
              <a:ext uri="{FF2B5EF4-FFF2-40B4-BE49-F238E27FC236}">
                <a16:creationId xmlns:a16="http://schemas.microsoft.com/office/drawing/2014/main" id="{AF40B99E-F798-4D48-B722-1FC6185A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95600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E6E6E"/>
            </a:solidFill>
            <a:prstDash val="dash"/>
          </a:ln>
        </p:spPr>
      </p:sp>
      <p:sp>
        <p:nvSpPr>
          <p:cNvPr id="119" name="arrowhead-118">
            <a:extLst xmlns:a="http://schemas.openxmlformats.org/drawingml/2006/main">
              <a:ext uri="{FF2B5EF4-FFF2-40B4-BE49-F238E27FC236}">
                <a16:creationId xmlns:a16="http://schemas.microsoft.com/office/drawing/2014/main" id="{AB58032A-7C4A-4358-97F7-E8CFDB6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70835"/>
            <a:ext cx="47625" cy="49530"/>
          </a:xfrm>
          <a:custGeom xmlns:a="http://schemas.openxmlformats.org/drawingml/2006/main">
            <a:pathLst>
              <a:path w="47625" h="49530">
                <a:moveTo>
                  <a:pt x="47625" y="24765"/>
                </a:move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6E6E6E"/>
          </a:solidFill>
          <a:ln xmlns:a="http://schemas.openxmlformats.org/drawingml/2006/main" w="1905">
            <a:solidFill>
              <a:srgbClr val="6E6E6E"/>
            </a:solidFill>
          </a:ln>
        </p:spPr>
      </p:sp>
      <p:sp>
        <p:nvSpPr>
          <p:cNvPr id="120" name="text-119">
            <a:extLst xmlns:a="http://schemas.openxmlformats.org/drawingml/2006/main">
              <a:ext uri="{FF2B5EF4-FFF2-40B4-BE49-F238E27FC236}">
                <a16:creationId xmlns:a16="http://schemas.microsoft.com/office/drawing/2014/main" id="{13FB18A2-483F-4343-B851-77E35DC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0035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Fit controller</a:t>
            </a:r>
          </a:p>
        </p:txBody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07C4D591-7A18-4414-B17F-B7E7D3E6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62275"/>
            <a:ext cx="5410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Declared costs guide actions. Actual costs are logged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09908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-121">
            <a:extLst xmlns:a="http://schemas.openxmlformats.org/drawingml/2006/main">
              <a:ext uri="{FF2B5EF4-FFF2-40B4-BE49-F238E27FC236}">
                <a16:creationId xmlns:a16="http://schemas.microsoft.com/office/drawing/2014/main" id="{CCA4D078-69FC-4075-831C-870B514B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" y="40767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Validation accuracy (%)</a:t>
            </a:r>
          </a:p>
        </p:txBody>
      </p:sp>
      <p:sp>
        <p:nvSpPr>
          <p:cNvPr id="2" name="path-122">
            <a:extLst xmlns:a="http://schemas.openxmlformats.org/drawingml/2006/main">
              <a:ext uri="{FF2B5EF4-FFF2-40B4-BE49-F238E27FC236}">
                <a16:creationId xmlns:a16="http://schemas.microsoft.com/office/drawing/2014/main" id="{60712223-D7BD-4DDF-8278-1B91D7AD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36029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solid"/>
          </a:ln>
        </p:spPr>
      </p:sp>
      <p:sp>
        <p:nvSpPr>
          <p:cNvPr id="3" name="text-123">
            <a:extLst xmlns:a="http://schemas.openxmlformats.org/drawingml/2006/main">
              <a:ext uri="{FF2B5EF4-FFF2-40B4-BE49-F238E27FC236}">
                <a16:creationId xmlns:a16="http://schemas.microsoft.com/office/drawing/2014/main" id="{BB3073B4-9B11-428C-91A8-1190E93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2936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path-124">
            <a:extLst xmlns:a="http://schemas.openxmlformats.org/drawingml/2006/main">
              <a:ext uri="{FF2B5EF4-FFF2-40B4-BE49-F238E27FC236}">
                <a16:creationId xmlns:a16="http://schemas.microsoft.com/office/drawing/2014/main" id="{38C7C6A4-203B-4341-9734-A5DDA351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038826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5" name="text-125">
            <a:extLst xmlns:a="http://schemas.openxmlformats.org/drawingml/2006/main">
              <a:ext uri="{FF2B5EF4-FFF2-40B4-BE49-F238E27FC236}">
                <a16:creationId xmlns:a16="http://schemas.microsoft.com/office/drawing/2014/main" id="{4AF869FE-2DEB-4343-BC11-7B850E59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972151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path-126">
            <a:extLst xmlns:a="http://schemas.openxmlformats.org/drawingml/2006/main">
              <a:ext uri="{FF2B5EF4-FFF2-40B4-BE49-F238E27FC236}">
                <a16:creationId xmlns:a16="http://schemas.microsoft.com/office/drawing/2014/main" id="{D6DE8323-A71E-4A9C-A22C-097005C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717358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7" name="text-127">
            <a:extLst xmlns:a="http://schemas.openxmlformats.org/drawingml/2006/main">
              <a:ext uri="{FF2B5EF4-FFF2-40B4-BE49-F238E27FC236}">
                <a16:creationId xmlns:a16="http://schemas.microsoft.com/office/drawing/2014/main" id="{F14E1A60-9A42-4FC6-8034-F9426B70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650683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path-128">
            <a:extLst xmlns:a="http://schemas.openxmlformats.org/drawingml/2006/main">
              <a:ext uri="{FF2B5EF4-FFF2-40B4-BE49-F238E27FC236}">
                <a16:creationId xmlns:a16="http://schemas.microsoft.com/office/drawing/2014/main" id="{DAB68F0A-AA57-4F99-A6AE-B073E08C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395889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9" name="text-129">
            <a:extLst xmlns:a="http://schemas.openxmlformats.org/drawingml/2006/main">
              <a:ext uri="{FF2B5EF4-FFF2-40B4-BE49-F238E27FC236}">
                <a16:creationId xmlns:a16="http://schemas.microsoft.com/office/drawing/2014/main" id="{F541B886-75C9-4B6A-A1DB-F65D6353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329214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path-130">
            <a:extLst xmlns:a="http://schemas.openxmlformats.org/drawingml/2006/main">
              <a:ext uri="{FF2B5EF4-FFF2-40B4-BE49-F238E27FC236}">
                <a16:creationId xmlns:a16="http://schemas.microsoft.com/office/drawing/2014/main" id="{13DA83FA-CA07-41CD-BB57-A28EEEBA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7442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11" name="text-131">
            <a:extLst xmlns:a="http://schemas.openxmlformats.org/drawingml/2006/main">
              <a:ext uri="{FF2B5EF4-FFF2-40B4-BE49-F238E27FC236}">
                <a16:creationId xmlns:a16="http://schemas.microsoft.com/office/drawing/2014/main" id="{E0316180-2BA2-45E6-909F-DAD2F2A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00774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path-132">
            <a:extLst xmlns:a="http://schemas.openxmlformats.org/drawingml/2006/main">
              <a:ext uri="{FF2B5EF4-FFF2-40B4-BE49-F238E27FC236}">
                <a16:creationId xmlns:a16="http://schemas.microsoft.com/office/drawing/2014/main" id="{D87CDF39-CDD9-4AEE-8400-D3466D5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74420"/>
            <a:ext cx="2562225" cy="1285875"/>
          </a:xfrm>
          <a:custGeom xmlns:a="http://schemas.openxmlformats.org/drawingml/2006/main">
            <a:pathLst>
              <a:path w="2562225" h="1285875">
                <a:moveTo>
                  <a:pt x="0" y="0"/>
                </a:moveTo>
                <a:lnTo>
                  <a:pt x="0" y="1285875"/>
                </a:lnTo>
                <a:lnTo>
                  <a:pt x="2562225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3" name="path-133">
            <a:extLst xmlns:a="http://schemas.openxmlformats.org/drawingml/2006/main">
              <a:ext uri="{FF2B5EF4-FFF2-40B4-BE49-F238E27FC236}">
                <a16:creationId xmlns:a16="http://schemas.microsoft.com/office/drawing/2014/main" id="{E6AC994D-1026-4921-8300-8A80E515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32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4" name="text-134">
            <a:extLst xmlns:a="http://schemas.openxmlformats.org/drawingml/2006/main">
              <a:ext uri="{FF2B5EF4-FFF2-40B4-BE49-F238E27FC236}">
                <a16:creationId xmlns:a16="http://schemas.microsoft.com/office/drawing/2014/main" id="{88E85273-EF6F-4A0F-B74F-A71DA26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882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path-135">
            <a:extLst xmlns:a="http://schemas.openxmlformats.org/drawingml/2006/main">
              <a:ext uri="{FF2B5EF4-FFF2-40B4-BE49-F238E27FC236}">
                <a16:creationId xmlns:a16="http://schemas.microsoft.com/office/drawing/2014/main" id="{68FBE7A2-7036-4847-85BE-05D3C33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155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6" name="text-136">
            <a:extLst xmlns:a="http://schemas.openxmlformats.org/drawingml/2006/main">
              <a:ext uri="{FF2B5EF4-FFF2-40B4-BE49-F238E27FC236}">
                <a16:creationId xmlns:a16="http://schemas.microsoft.com/office/drawing/2014/main" id="{323CA306-0EB8-4BBD-842E-D6A987F6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805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ath-137">
            <a:extLst xmlns:a="http://schemas.openxmlformats.org/drawingml/2006/main">
              <a:ext uri="{FF2B5EF4-FFF2-40B4-BE49-F238E27FC236}">
                <a16:creationId xmlns:a16="http://schemas.microsoft.com/office/drawing/2014/main" id="{204F088D-CE32-43DB-9E0D-08D7104A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78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8" name="text-138">
            <a:extLst xmlns:a="http://schemas.openxmlformats.org/drawingml/2006/main">
              <a:ext uri="{FF2B5EF4-FFF2-40B4-BE49-F238E27FC236}">
                <a16:creationId xmlns:a16="http://schemas.microsoft.com/office/drawing/2014/main" id="{9197721B-C7B2-45ED-9E56-CE41A41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28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path-139">
            <a:extLst xmlns:a="http://schemas.openxmlformats.org/drawingml/2006/main">
              <a:ext uri="{FF2B5EF4-FFF2-40B4-BE49-F238E27FC236}">
                <a16:creationId xmlns:a16="http://schemas.microsoft.com/office/drawing/2014/main" id="{DC753818-14D9-4266-95DD-F21EA825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923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0" name="text-140">
            <a:extLst xmlns:a="http://schemas.openxmlformats.org/drawingml/2006/main">
              <a:ext uri="{FF2B5EF4-FFF2-40B4-BE49-F238E27FC236}">
                <a16:creationId xmlns:a16="http://schemas.microsoft.com/office/drawing/2014/main" id="{A72B3F00-5322-40BF-AB7B-9A992D3D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573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1" name="path-141">
            <a:extLst xmlns:a="http://schemas.openxmlformats.org/drawingml/2006/main">
              <a:ext uri="{FF2B5EF4-FFF2-40B4-BE49-F238E27FC236}">
                <a16:creationId xmlns:a16="http://schemas.microsoft.com/office/drawing/2014/main" id="{F224DBC6-FE12-4550-85FD-B60D0CD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92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2" name="text-142">
            <a:extLst xmlns:a="http://schemas.openxmlformats.org/drawingml/2006/main">
              <a:ext uri="{FF2B5EF4-FFF2-40B4-BE49-F238E27FC236}">
                <a16:creationId xmlns:a16="http://schemas.microsoft.com/office/drawing/2014/main" id="{60B5BB6B-A03E-419C-BCD5-B11AA6C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342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3" name="text-143">
            <a:extLst xmlns:a="http://schemas.openxmlformats.org/drawingml/2006/main">
              <a:ext uri="{FF2B5EF4-FFF2-40B4-BE49-F238E27FC236}">
                <a16:creationId xmlns:a16="http://schemas.microsoft.com/office/drawing/2014/main" id="{AD69A332-A129-4C7B-920F-1C3DB2A6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" y="2611755"/>
            <a:ext cx="2847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Mean acquired concept groups</a:t>
            </a:r>
          </a:p>
        </p:txBody>
      </p:sp>
      <p:sp>
        <p:nvSpPr>
          <p:cNvPr id="24" name="path-144">
            <a:extLst xmlns:a="http://schemas.openxmlformats.org/drawingml/2006/main">
              <a:ext uri="{FF2B5EF4-FFF2-40B4-BE49-F238E27FC236}">
                <a16:creationId xmlns:a16="http://schemas.microsoft.com/office/drawing/2014/main" id="{D938B028-77DE-4066-A860-E99F9FE3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7" y="74104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  <a:prstDash val="solid"/>
          </a:ln>
        </p:spPr>
      </p:sp>
      <p:sp>
        <p:nvSpPr>
          <p:cNvPr id="25" name="data-marker-145">
            <a:extLst xmlns:a="http://schemas.openxmlformats.org/drawingml/2006/main">
              <a:ext uri="{FF2B5EF4-FFF2-40B4-BE49-F238E27FC236}">
                <a16:creationId xmlns:a16="http://schemas.microsoft.com/office/drawing/2014/main" id="{842B9008-80E3-45AD-9A82-CFE4D36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841" y="719614"/>
            <a:ext cx="42863" cy="42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26" name="text-146">
            <a:extLst xmlns:a="http://schemas.openxmlformats.org/drawingml/2006/main">
              <a:ext uri="{FF2B5EF4-FFF2-40B4-BE49-F238E27FC236}">
                <a16:creationId xmlns:a16="http://schemas.microsoft.com/office/drawing/2014/main" id="{2A6854DF-F877-40B7-8FA1-28EAB6D8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67437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Fixed prefix</a:t>
            </a:r>
          </a:p>
        </p:txBody>
      </p:sp>
      <p:sp>
        <p:nvSpPr>
          <p:cNvPr id="27" name="path-147">
            <a:extLst xmlns:a="http://schemas.openxmlformats.org/drawingml/2006/main">
              <a:ext uri="{FF2B5EF4-FFF2-40B4-BE49-F238E27FC236}">
                <a16:creationId xmlns:a16="http://schemas.microsoft.com/office/drawing/2014/main" id="{0B12CCAB-A69A-46FB-B5AD-7F1464C0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48" y="74104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E6E6E"/>
            </a:solidFill>
            <a:prstDash val="dash"/>
          </a:ln>
        </p:spPr>
      </p:sp>
      <p:sp>
        <p:nvSpPr>
          <p:cNvPr id="28" name="data-marker-148">
            <a:extLst xmlns:a="http://schemas.openxmlformats.org/drawingml/2006/main">
              <a:ext uri="{FF2B5EF4-FFF2-40B4-BE49-F238E27FC236}">
                <a16:creationId xmlns:a16="http://schemas.microsoft.com/office/drawing/2014/main" id="{0E7B5BA5-C40A-435C-BE18-02551E1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541" y="71961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29" name="text-149">
            <a:extLst xmlns:a="http://schemas.openxmlformats.org/drawingml/2006/main">
              <a:ext uri="{FF2B5EF4-FFF2-40B4-BE49-F238E27FC236}">
                <a16:creationId xmlns:a16="http://schemas.microsoft.com/office/drawing/2014/main" id="{E6D639B1-4AAB-45F9-AF80-0C8D3FBA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848" y="67437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Random prefix</a:t>
            </a:r>
          </a:p>
        </p:txBody>
      </p:sp>
      <p:sp>
        <p:nvSpPr>
          <p:cNvPr id="30" name="path-150">
            <a:extLst xmlns:a="http://schemas.openxmlformats.org/drawingml/2006/main">
              <a:ext uri="{FF2B5EF4-FFF2-40B4-BE49-F238E27FC236}">
                <a16:creationId xmlns:a16="http://schemas.microsoft.com/office/drawing/2014/main" id="{AE5AD8E1-55AB-4699-82CC-64F1534E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7" y="91249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9E73"/>
            </a:solidFill>
            <a:prstDash val="solid"/>
          </a:ln>
        </p:spPr>
      </p:sp>
      <p:sp>
        <p:nvSpPr>
          <p:cNvPr id="31" name="data-marker-151">
            <a:extLst xmlns:a="http://schemas.openxmlformats.org/drawingml/2006/main">
              <a:ext uri="{FF2B5EF4-FFF2-40B4-BE49-F238E27FC236}">
                <a16:creationId xmlns:a16="http://schemas.microsoft.com/office/drawing/2014/main" id="{A4DB8A9C-B495-42BB-80D1-B5B381B7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841" y="89106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32" name="text-152">
            <a:extLst xmlns:a="http://schemas.openxmlformats.org/drawingml/2006/main">
              <a:ext uri="{FF2B5EF4-FFF2-40B4-BE49-F238E27FC236}">
                <a16:creationId xmlns:a16="http://schemas.microsoft.com/office/drawing/2014/main" id="{39900B4D-4B00-47A7-B3B6-C85F83B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84582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All concepts</a:t>
            </a:r>
          </a:p>
        </p:txBody>
      </p:sp>
      <p:sp>
        <p:nvSpPr>
          <p:cNvPr id="33" name="path-153">
            <a:extLst xmlns:a="http://schemas.openxmlformats.org/drawingml/2006/main">
              <a:ext uri="{FF2B5EF4-FFF2-40B4-BE49-F238E27FC236}">
                <a16:creationId xmlns:a16="http://schemas.microsoft.com/office/drawing/2014/main" id="{2725449C-681B-4099-A2C2-E11718F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48" y="91249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E6E6E"/>
            </a:solidFill>
            <a:prstDash val="solid"/>
          </a:ln>
        </p:spPr>
      </p:sp>
      <p:sp>
        <p:nvSpPr>
          <p:cNvPr id="34" name="data-marker-154">
            <a:extLst xmlns:a="http://schemas.openxmlformats.org/drawingml/2006/main">
              <a:ext uri="{FF2B5EF4-FFF2-40B4-BE49-F238E27FC236}">
                <a16:creationId xmlns:a16="http://schemas.microsoft.com/office/drawing/2014/main" id="{C13AC784-0EFC-4193-91E8-CD110BB9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541" y="891064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35" name="text-155">
            <a:extLst xmlns:a="http://schemas.openxmlformats.org/drawingml/2006/main">
              <a:ext uri="{FF2B5EF4-FFF2-40B4-BE49-F238E27FC236}">
                <a16:creationId xmlns:a16="http://schemas.microsoft.com/office/drawing/2014/main" id="{80CEEBAF-ECAE-4E6D-8D02-B7A24EE7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848" y="84582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No concepts</a:t>
            </a:r>
          </a:p>
        </p:txBody>
      </p:sp>
      <p:sp>
        <p:nvSpPr>
          <p:cNvPr id="36" name="data-curve-156">
            <a:extLst xmlns:a="http://schemas.openxmlformats.org/drawingml/2006/main">
              <a:ext uri="{FF2B5EF4-FFF2-40B4-BE49-F238E27FC236}">
                <a16:creationId xmlns:a16="http://schemas.microsoft.com/office/drawing/2014/main" id="{6E2A3043-8839-4684-9144-ACCAE80E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213" y="1310380"/>
            <a:ext cx="2321479" cy="936264"/>
          </a:xfrm>
          <a:custGeom xmlns:a="http://schemas.openxmlformats.org/drawingml/2006/main">
            <a:pathLst>
              <a:path w="2321479" h="936264">
                <a:moveTo>
                  <a:pt x="0" y="936264"/>
                </a:moveTo>
                <a:lnTo>
                  <a:pt x="85981" y="725199"/>
                </a:lnTo>
                <a:lnTo>
                  <a:pt x="257942" y="530369"/>
                </a:lnTo>
                <a:lnTo>
                  <a:pt x="601865" y="470838"/>
                </a:lnTo>
                <a:lnTo>
                  <a:pt x="1289711" y="211065"/>
                </a:lnTo>
                <a:lnTo>
                  <a:pt x="2321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D55E00"/>
            </a:solidFill>
            <a:prstDash val="solid"/>
          </a:ln>
        </p:spPr>
      </p:sp>
      <p:sp>
        <p:nvSpPr>
          <p:cNvPr id="37" name="data-marker-157">
            <a:extLst xmlns:a="http://schemas.openxmlformats.org/drawingml/2006/main">
              <a:ext uri="{FF2B5EF4-FFF2-40B4-BE49-F238E27FC236}">
                <a16:creationId xmlns:a16="http://schemas.microsoft.com/office/drawing/2014/main" id="{39FB00D2-E0D7-4BFC-8466-86BAB99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400" y="222283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38" name="data-marker-158">
            <a:extLst xmlns:a="http://schemas.openxmlformats.org/drawingml/2006/main">
              <a:ext uri="{FF2B5EF4-FFF2-40B4-BE49-F238E27FC236}">
                <a16:creationId xmlns:a16="http://schemas.microsoft.com/office/drawing/2014/main" id="{338D180D-A61E-48B2-A4F0-20269BAD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1" y="201176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39" name="data-marker-159">
            <a:extLst xmlns:a="http://schemas.openxmlformats.org/drawingml/2006/main">
              <a:ext uri="{FF2B5EF4-FFF2-40B4-BE49-F238E27FC236}">
                <a16:creationId xmlns:a16="http://schemas.microsoft.com/office/drawing/2014/main" id="{D5073140-48F1-4BB9-868D-F0BA7EC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42" y="181693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0" name="data-marker-160">
            <a:extLst xmlns:a="http://schemas.openxmlformats.org/drawingml/2006/main">
              <a:ext uri="{FF2B5EF4-FFF2-40B4-BE49-F238E27FC236}">
                <a16:creationId xmlns:a16="http://schemas.microsoft.com/office/drawing/2014/main" id="{C665D205-7996-43A8-815C-8E51D7AD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65" y="175740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1" name="data-marker-161">
            <a:extLst xmlns:a="http://schemas.openxmlformats.org/drawingml/2006/main">
              <a:ext uri="{FF2B5EF4-FFF2-40B4-BE49-F238E27FC236}">
                <a16:creationId xmlns:a16="http://schemas.microsoft.com/office/drawing/2014/main" id="{E8260D81-D20F-486D-8A2D-7BCC748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11" y="149763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2" name="data-marker-162">
            <a:extLst xmlns:a="http://schemas.openxmlformats.org/drawingml/2006/main">
              <a:ext uri="{FF2B5EF4-FFF2-40B4-BE49-F238E27FC236}">
                <a16:creationId xmlns:a16="http://schemas.microsoft.com/office/drawing/2014/main" id="{4F9E923E-CA25-4D14-8A5E-97D5C09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879" y="128656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3" name="data-curve-163">
            <a:extLst xmlns:a="http://schemas.openxmlformats.org/drawingml/2006/main">
              <a:ext uri="{FF2B5EF4-FFF2-40B4-BE49-F238E27FC236}">
                <a16:creationId xmlns:a16="http://schemas.microsoft.com/office/drawing/2014/main" id="{C6760C54-55F3-4E2C-86B2-D88B513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213" y="1310380"/>
            <a:ext cx="2321479" cy="811790"/>
          </a:xfrm>
          <a:custGeom xmlns:a="http://schemas.openxmlformats.org/drawingml/2006/main">
            <a:pathLst>
              <a:path w="2321479" h="811790">
                <a:moveTo>
                  <a:pt x="0" y="811790"/>
                </a:moveTo>
                <a:lnTo>
                  <a:pt x="85981" y="800966"/>
                </a:lnTo>
                <a:lnTo>
                  <a:pt x="257942" y="633196"/>
                </a:lnTo>
                <a:lnTo>
                  <a:pt x="601865" y="432955"/>
                </a:lnTo>
                <a:lnTo>
                  <a:pt x="1289711" y="178594"/>
                </a:lnTo>
                <a:lnTo>
                  <a:pt x="2321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E6E6E"/>
            </a:solidFill>
            <a:prstDash val="dash"/>
          </a:ln>
        </p:spPr>
      </p:sp>
      <p:sp>
        <p:nvSpPr>
          <p:cNvPr id="44" name="data-marker-164">
            <a:extLst xmlns:a="http://schemas.openxmlformats.org/drawingml/2006/main">
              <a:ext uri="{FF2B5EF4-FFF2-40B4-BE49-F238E27FC236}">
                <a16:creationId xmlns:a16="http://schemas.microsoft.com/office/drawing/2014/main" id="{2236B948-2C86-4C89-A9E4-58BD635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400" y="209835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5" name="data-marker-165">
            <a:extLst xmlns:a="http://schemas.openxmlformats.org/drawingml/2006/main">
              <a:ext uri="{FF2B5EF4-FFF2-40B4-BE49-F238E27FC236}">
                <a16:creationId xmlns:a16="http://schemas.microsoft.com/office/drawing/2014/main" id="{7DA77548-943A-440B-AEAB-ED02E596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1" y="2087534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6" name="data-marker-166">
            <a:extLst xmlns:a="http://schemas.openxmlformats.org/drawingml/2006/main">
              <a:ext uri="{FF2B5EF4-FFF2-40B4-BE49-F238E27FC236}">
                <a16:creationId xmlns:a16="http://schemas.microsoft.com/office/drawing/2014/main" id="{B7E227F0-E826-4B1E-A422-0096105B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42" y="1919764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7" name="data-marker-167">
            <a:extLst xmlns:a="http://schemas.openxmlformats.org/drawingml/2006/main">
              <a:ext uri="{FF2B5EF4-FFF2-40B4-BE49-F238E27FC236}">
                <a16:creationId xmlns:a16="http://schemas.microsoft.com/office/drawing/2014/main" id="{E89403BD-78A6-45F4-820C-07B80BD8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65" y="1719522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8" name="data-marker-168">
            <a:extLst xmlns:a="http://schemas.openxmlformats.org/drawingml/2006/main">
              <a:ext uri="{FF2B5EF4-FFF2-40B4-BE49-F238E27FC236}">
                <a16:creationId xmlns:a16="http://schemas.microsoft.com/office/drawing/2014/main" id="{60092903-1703-4E30-8A6F-C770C85B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11" y="1465161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49" name="data-marker-169">
            <a:extLst xmlns:a="http://schemas.openxmlformats.org/drawingml/2006/main">
              <a:ext uri="{FF2B5EF4-FFF2-40B4-BE49-F238E27FC236}">
                <a16:creationId xmlns:a16="http://schemas.microsoft.com/office/drawing/2014/main" id="{CD16CEEA-C0D9-4FC4-B695-B5511F1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879" y="128656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50" name="data-marker-170">
            <a:extLst xmlns:a="http://schemas.openxmlformats.org/drawingml/2006/main">
              <a:ext uri="{FF2B5EF4-FFF2-40B4-BE49-F238E27FC236}">
                <a16:creationId xmlns:a16="http://schemas.microsoft.com/office/drawing/2014/main" id="{2563FA3A-99A8-47D3-B98A-2DF108C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879" y="128656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</p:sp>
      <p:sp>
        <p:nvSpPr>
          <p:cNvPr id="51" name="data-marker-171">
            <a:extLst xmlns:a="http://schemas.openxmlformats.org/drawingml/2006/main">
              <a:ext uri="{FF2B5EF4-FFF2-40B4-BE49-F238E27FC236}">
                <a16:creationId xmlns:a16="http://schemas.microsoft.com/office/drawing/2014/main" id="{C324BEEE-4D14-49AD-83DB-D74CE3C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420" y="232024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2993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text-172">
            <a:extLst xmlns:a="http://schemas.openxmlformats.org/drawingml/2006/main">
              <a:ext uri="{FF2B5EF4-FFF2-40B4-BE49-F238E27FC236}">
                <a16:creationId xmlns:a16="http://schemas.microsoft.com/office/drawing/2014/main" id="{C9AF5921-7B1B-42F8-B4F0-C1DD538E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" y="20193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Validation accuracy (%)</a:t>
            </a:r>
          </a:p>
        </p:txBody>
      </p:sp>
      <p:sp>
        <p:nvSpPr>
          <p:cNvPr id="2" name="path-173">
            <a:extLst xmlns:a="http://schemas.openxmlformats.org/drawingml/2006/main">
              <a:ext uri="{FF2B5EF4-FFF2-40B4-BE49-F238E27FC236}">
                <a16:creationId xmlns:a16="http://schemas.microsoft.com/office/drawing/2014/main" id="{1B76FE1B-9010-409A-AD17-8885400D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56413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solid"/>
          </a:ln>
        </p:spPr>
      </p:sp>
      <p:sp>
        <p:nvSpPr>
          <p:cNvPr id="3" name="text-174">
            <a:extLst xmlns:a="http://schemas.openxmlformats.org/drawingml/2006/main">
              <a:ext uri="{FF2B5EF4-FFF2-40B4-BE49-F238E27FC236}">
                <a16:creationId xmlns:a16="http://schemas.microsoft.com/office/drawing/2014/main" id="{4B78ADD5-408F-462E-A023-BC041A45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4974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path-175">
            <a:extLst xmlns:a="http://schemas.openxmlformats.org/drawingml/2006/main">
              <a:ext uri="{FF2B5EF4-FFF2-40B4-BE49-F238E27FC236}">
                <a16:creationId xmlns:a16="http://schemas.microsoft.com/office/drawing/2014/main" id="{683099BD-AA3A-4CE7-A4AF-62E15DE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195036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C9C1BD4F-5547-4223-B0AB-977AA903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128361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path-177">
            <a:extLst xmlns:a="http://schemas.openxmlformats.org/drawingml/2006/main">
              <a:ext uri="{FF2B5EF4-FFF2-40B4-BE49-F238E27FC236}">
                <a16:creationId xmlns:a16="http://schemas.microsoft.com/office/drawing/2014/main" id="{67A05810-4B35-457D-A166-55C98927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825943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1694A249-F2FB-40E5-9546-98B6C11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759268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path-179">
            <a:extLst xmlns:a="http://schemas.openxmlformats.org/drawingml/2006/main">
              <a:ext uri="{FF2B5EF4-FFF2-40B4-BE49-F238E27FC236}">
                <a16:creationId xmlns:a16="http://schemas.microsoft.com/office/drawing/2014/main" id="{A6F828F9-8695-48B1-8DB6-C3877B85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456849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9" name="text-180">
            <a:extLst xmlns:a="http://schemas.openxmlformats.org/drawingml/2006/main">
              <a:ext uri="{FF2B5EF4-FFF2-40B4-BE49-F238E27FC236}">
                <a16:creationId xmlns:a16="http://schemas.microsoft.com/office/drawing/2014/main" id="{BB0228A7-5B16-41D9-BBB2-2A36D51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390174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path-181">
            <a:extLst xmlns:a="http://schemas.openxmlformats.org/drawingml/2006/main">
              <a:ext uri="{FF2B5EF4-FFF2-40B4-BE49-F238E27FC236}">
                <a16:creationId xmlns:a16="http://schemas.microsoft.com/office/drawing/2014/main" id="{96CEA826-C0CA-45D5-A389-6CE7CD46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8775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12CD376C-B9A4-4D7E-A3D7-714AD2EB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02108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path-183">
            <a:extLst xmlns:a="http://schemas.openxmlformats.org/drawingml/2006/main">
              <a:ext uri="{FF2B5EF4-FFF2-40B4-BE49-F238E27FC236}">
                <a16:creationId xmlns:a16="http://schemas.microsoft.com/office/drawing/2014/main" id="{1697E603-A93B-44B6-9AE7-333556D5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87755"/>
            <a:ext cx="2562225" cy="1476375"/>
          </a:xfrm>
          <a:custGeom xmlns:a="http://schemas.openxmlformats.org/drawingml/2006/main">
            <a:pathLst>
              <a:path w="2562225" h="1476375">
                <a:moveTo>
                  <a:pt x="0" y="0"/>
                </a:moveTo>
                <a:lnTo>
                  <a:pt x="0" y="1476375"/>
                </a:lnTo>
                <a:lnTo>
                  <a:pt x="2562225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3" name="path-184">
            <a:extLst xmlns:a="http://schemas.openxmlformats.org/drawingml/2006/main">
              <a:ext uri="{FF2B5EF4-FFF2-40B4-BE49-F238E27FC236}">
                <a16:creationId xmlns:a16="http://schemas.microsoft.com/office/drawing/2014/main" id="{9A3BBDB4-DDAF-4585-872B-C8413CE2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4" name="text-185">
            <a:extLst xmlns:a="http://schemas.openxmlformats.org/drawingml/2006/main">
              <a:ext uri="{FF2B5EF4-FFF2-40B4-BE49-F238E27FC236}">
                <a16:creationId xmlns:a16="http://schemas.microsoft.com/office/drawing/2014/main" id="{419166F5-B6D8-480C-BFE2-C3A8FB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92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path-186">
            <a:extLst xmlns:a="http://schemas.openxmlformats.org/drawingml/2006/main">
              <a:ext uri="{FF2B5EF4-FFF2-40B4-BE49-F238E27FC236}">
                <a16:creationId xmlns:a16="http://schemas.microsoft.com/office/drawing/2014/main" id="{BA499FD8-097D-40DA-95D1-18CA841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31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6" name="text-187">
            <a:extLst xmlns:a="http://schemas.openxmlformats.org/drawingml/2006/main">
              <a:ext uri="{FF2B5EF4-FFF2-40B4-BE49-F238E27FC236}">
                <a16:creationId xmlns:a16="http://schemas.microsoft.com/office/drawing/2014/main" id="{455C7975-6117-49F2-88EE-F0DF92B9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481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path-188">
            <a:extLst xmlns:a="http://schemas.openxmlformats.org/drawingml/2006/main">
              <a:ext uri="{FF2B5EF4-FFF2-40B4-BE49-F238E27FC236}">
                <a16:creationId xmlns:a16="http://schemas.microsoft.com/office/drawing/2014/main" id="{7FBA735A-497B-4B75-9276-A1E99EC8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9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8" name="text-189">
            <a:extLst xmlns:a="http://schemas.openxmlformats.org/drawingml/2006/main">
              <a:ext uri="{FF2B5EF4-FFF2-40B4-BE49-F238E27FC236}">
                <a16:creationId xmlns:a16="http://schemas.microsoft.com/office/drawing/2014/main" id="{E497E4D7-4E93-4556-A943-77A53121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659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9" name="path-190">
            <a:extLst xmlns:a="http://schemas.openxmlformats.org/drawingml/2006/main">
              <a:ext uri="{FF2B5EF4-FFF2-40B4-BE49-F238E27FC236}">
                <a16:creationId xmlns:a16="http://schemas.microsoft.com/office/drawing/2014/main" id="{132D0BEB-F628-4F7E-981E-081116A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75" y="256413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0" name="text-191">
            <a:extLst xmlns:a="http://schemas.openxmlformats.org/drawingml/2006/main">
              <a:ext uri="{FF2B5EF4-FFF2-40B4-BE49-F238E27FC236}">
                <a16:creationId xmlns:a16="http://schemas.microsoft.com/office/drawing/2014/main" id="{392D33D5-528E-4619-A6B5-D529056A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425" y="261175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1" name="text-192">
            <a:extLst xmlns:a="http://schemas.openxmlformats.org/drawingml/2006/main">
              <a:ext uri="{FF2B5EF4-FFF2-40B4-BE49-F238E27FC236}">
                <a16:creationId xmlns:a16="http://schemas.microsoft.com/office/drawing/2014/main" id="{5EA1AC7D-436C-4C0A-96EB-2001D27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" y="2817495"/>
            <a:ext cx="2847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Mean acquired concept groups</a:t>
            </a:r>
          </a:p>
        </p:txBody>
      </p:sp>
      <p:sp>
        <p:nvSpPr>
          <p:cNvPr id="22" name="path-193">
            <a:extLst xmlns:a="http://schemas.openxmlformats.org/drawingml/2006/main">
              <a:ext uri="{FF2B5EF4-FFF2-40B4-BE49-F238E27FC236}">
                <a16:creationId xmlns:a16="http://schemas.microsoft.com/office/drawing/2014/main" id="{5B69608B-802A-496A-A683-4382B385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" y="53530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23" name="data-marker-194">
            <a:extLst xmlns:a="http://schemas.openxmlformats.org/drawingml/2006/main">
              <a:ext uri="{FF2B5EF4-FFF2-40B4-BE49-F238E27FC236}">
                <a16:creationId xmlns:a16="http://schemas.microsoft.com/office/drawing/2014/main" id="{190701C2-6019-46C1-813E-6109716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6" y="513874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4" name="text-195">
            <a:extLst xmlns:a="http://schemas.openxmlformats.org/drawingml/2006/main">
              <a:ext uri="{FF2B5EF4-FFF2-40B4-BE49-F238E27FC236}">
                <a16:creationId xmlns:a16="http://schemas.microsoft.com/office/drawing/2014/main" id="{5684CB1E-8E5F-498F-9C2E-6BC8907F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46863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5" name="path-196">
            <a:extLst xmlns:a="http://schemas.openxmlformats.org/drawingml/2006/main">
              <a:ext uri="{FF2B5EF4-FFF2-40B4-BE49-F238E27FC236}">
                <a16:creationId xmlns:a16="http://schemas.microsoft.com/office/drawing/2014/main" id="{F28A0FDC-77EE-4A7A-99FE-57235A1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936817"/>
            <a:ext cx="95" cy="139266"/>
          </a:xfrm>
          <a:custGeom xmlns:a="http://schemas.openxmlformats.org/drawingml/2006/main">
            <a:pathLst>
              <a:path w="95" h="139266">
                <a:moveTo>
                  <a:pt x="0" y="1392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6" name="path-197">
            <a:extLst xmlns:a="http://schemas.openxmlformats.org/drawingml/2006/main">
              <a:ext uri="{FF2B5EF4-FFF2-40B4-BE49-F238E27FC236}">
                <a16:creationId xmlns:a16="http://schemas.microsoft.com/office/drawing/2014/main" id="{A99C331F-305A-4FEA-8E4B-6BFB3B8F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207608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7" name="path-198">
            <a:extLst xmlns:a="http://schemas.openxmlformats.org/drawingml/2006/main">
              <a:ext uri="{FF2B5EF4-FFF2-40B4-BE49-F238E27FC236}">
                <a16:creationId xmlns:a16="http://schemas.microsoft.com/office/drawing/2014/main" id="{82A55B5F-2D13-4CCB-8233-DF43C9F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3681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8" name="path-199">
            <a:extLst xmlns:a="http://schemas.openxmlformats.org/drawingml/2006/main">
              <a:ext uri="{FF2B5EF4-FFF2-40B4-BE49-F238E27FC236}">
                <a16:creationId xmlns:a16="http://schemas.microsoft.com/office/drawing/2014/main" id="{4586475F-A7C2-474A-880F-DE01F7C6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16" y="1689852"/>
            <a:ext cx="95" cy="157849"/>
          </a:xfrm>
          <a:custGeom xmlns:a="http://schemas.openxmlformats.org/drawingml/2006/main">
            <a:pathLst>
              <a:path w="95" h="157849">
                <a:moveTo>
                  <a:pt x="0" y="1578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29" name="path-200">
            <a:extLst xmlns:a="http://schemas.openxmlformats.org/drawingml/2006/main">
              <a:ext uri="{FF2B5EF4-FFF2-40B4-BE49-F238E27FC236}">
                <a16:creationId xmlns:a16="http://schemas.microsoft.com/office/drawing/2014/main" id="{FBE9F51E-14D1-4DE2-A0B2-E689FEE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709" y="1847701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0" name="path-201">
            <a:extLst xmlns:a="http://schemas.openxmlformats.org/drawingml/2006/main">
              <a:ext uri="{FF2B5EF4-FFF2-40B4-BE49-F238E27FC236}">
                <a16:creationId xmlns:a16="http://schemas.microsoft.com/office/drawing/2014/main" id="{9CB59155-4210-4A27-89A5-5BE75E36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709" y="168985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1" name="path-202">
            <a:extLst xmlns:a="http://schemas.openxmlformats.org/drawingml/2006/main">
              <a:ext uri="{FF2B5EF4-FFF2-40B4-BE49-F238E27FC236}">
                <a16:creationId xmlns:a16="http://schemas.microsoft.com/office/drawing/2014/main" id="{A0F1D056-9230-4FF2-9C29-9D9914AE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93" y="1578400"/>
            <a:ext cx="95" cy="169487"/>
          </a:xfrm>
          <a:custGeom xmlns:a="http://schemas.openxmlformats.org/drawingml/2006/main">
            <a:pathLst>
              <a:path w="95" h="169487">
                <a:moveTo>
                  <a:pt x="0" y="16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2" name="path-203">
            <a:extLst xmlns:a="http://schemas.openxmlformats.org/drawingml/2006/main">
              <a:ext uri="{FF2B5EF4-FFF2-40B4-BE49-F238E27FC236}">
                <a16:creationId xmlns:a16="http://schemas.microsoft.com/office/drawing/2014/main" id="{C101E209-71A8-4809-8484-E79E9C29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86" y="174788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3" name="path-204">
            <a:extLst xmlns:a="http://schemas.openxmlformats.org/drawingml/2006/main">
              <a:ext uri="{FF2B5EF4-FFF2-40B4-BE49-F238E27FC236}">
                <a16:creationId xmlns:a16="http://schemas.microsoft.com/office/drawing/2014/main" id="{D35948F9-CC02-4F7A-9D0C-EF621A0C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86" y="157840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4" name="path-205">
            <a:extLst xmlns:a="http://schemas.openxmlformats.org/drawingml/2006/main">
              <a:ext uri="{FF2B5EF4-FFF2-40B4-BE49-F238E27FC236}">
                <a16:creationId xmlns:a16="http://schemas.microsoft.com/office/drawing/2014/main" id="{10265C39-848B-4CD6-8941-1B576BDA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864" y="1446836"/>
            <a:ext cx="95" cy="196494"/>
          </a:xfrm>
          <a:custGeom xmlns:a="http://schemas.openxmlformats.org/drawingml/2006/main">
            <a:pathLst>
              <a:path w="95" h="196494">
                <a:moveTo>
                  <a:pt x="0" y="1964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5" name="path-206">
            <a:extLst xmlns:a="http://schemas.openxmlformats.org/drawingml/2006/main">
              <a:ext uri="{FF2B5EF4-FFF2-40B4-BE49-F238E27FC236}">
                <a16:creationId xmlns:a16="http://schemas.microsoft.com/office/drawing/2014/main" id="{649E6F8B-35CC-48E4-8FA6-AD3CFDAD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56" y="164333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6" name="path-207">
            <a:extLst xmlns:a="http://schemas.openxmlformats.org/drawingml/2006/main">
              <a:ext uri="{FF2B5EF4-FFF2-40B4-BE49-F238E27FC236}">
                <a16:creationId xmlns:a16="http://schemas.microsoft.com/office/drawing/2014/main" id="{92F4827E-62EF-440A-93B8-0DF2A98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56" y="144683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7" name="data-curve-208">
            <a:extLst xmlns:a="http://schemas.openxmlformats.org/drawingml/2006/main">
              <a:ext uri="{FF2B5EF4-FFF2-40B4-BE49-F238E27FC236}">
                <a16:creationId xmlns:a16="http://schemas.microsoft.com/office/drawing/2014/main" id="{4E6249B2-DADD-4162-8809-55CA4A89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545083"/>
            <a:ext cx="1394622" cy="461367"/>
          </a:xfrm>
          <a:custGeom xmlns:a="http://schemas.openxmlformats.org/drawingml/2006/main">
            <a:pathLst>
              <a:path w="1394622" h="461367">
                <a:moveTo>
                  <a:pt x="0" y="461367"/>
                </a:moveTo>
                <a:lnTo>
                  <a:pt x="309375" y="223693"/>
                </a:lnTo>
                <a:lnTo>
                  <a:pt x="484351" y="118060"/>
                </a:lnTo>
                <a:lnTo>
                  <a:pt x="1394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solid"/>
          </a:ln>
        </p:spPr>
      </p:sp>
      <p:sp>
        <p:nvSpPr>
          <p:cNvPr id="38" name="data-marker-209">
            <a:extLst xmlns:a="http://schemas.openxmlformats.org/drawingml/2006/main">
              <a:ext uri="{FF2B5EF4-FFF2-40B4-BE49-F238E27FC236}">
                <a16:creationId xmlns:a16="http://schemas.microsoft.com/office/drawing/2014/main" id="{BE8988BC-2133-44E5-96F2-DD1F4A06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9826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39" name="data-marker-210">
            <a:extLst xmlns:a="http://schemas.openxmlformats.org/drawingml/2006/main">
              <a:ext uri="{FF2B5EF4-FFF2-40B4-BE49-F238E27FC236}">
                <a16:creationId xmlns:a16="http://schemas.microsoft.com/office/drawing/2014/main" id="{46C69E6F-C429-422F-8D32-48CFCED6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804" y="174496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0" name="data-marker-211">
            <a:extLst xmlns:a="http://schemas.openxmlformats.org/drawingml/2006/main">
              <a:ext uri="{FF2B5EF4-FFF2-40B4-BE49-F238E27FC236}">
                <a16:creationId xmlns:a16="http://schemas.microsoft.com/office/drawing/2014/main" id="{50451B51-50CE-4C3C-B741-A1CB4D79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781" y="163933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1" name="data-marker-212">
            <a:extLst xmlns:a="http://schemas.openxmlformats.org/drawingml/2006/main">
              <a:ext uri="{FF2B5EF4-FFF2-40B4-BE49-F238E27FC236}">
                <a16:creationId xmlns:a16="http://schemas.microsoft.com/office/drawing/2014/main" id="{0D94B214-A9D6-4286-BDFA-DA88FB2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051" y="152127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2" name="path-213">
            <a:extLst xmlns:a="http://schemas.openxmlformats.org/drawingml/2006/main">
              <a:ext uri="{FF2B5EF4-FFF2-40B4-BE49-F238E27FC236}">
                <a16:creationId xmlns:a16="http://schemas.microsoft.com/office/drawing/2014/main" id="{F24086D3-94BD-448C-93B8-B5451F87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53530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  <a:prstDash val="solid"/>
          </a:ln>
        </p:spPr>
      </p:sp>
      <p:sp>
        <p:nvSpPr>
          <p:cNvPr id="43" name="data-marker-214">
            <a:extLst xmlns:a="http://schemas.openxmlformats.org/drawingml/2006/main">
              <a:ext uri="{FF2B5EF4-FFF2-40B4-BE49-F238E27FC236}">
                <a16:creationId xmlns:a16="http://schemas.microsoft.com/office/drawing/2014/main" id="{436D27B9-B533-46F6-9A1F-A92152E2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291" y="513874"/>
            <a:ext cx="42863" cy="42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44" name="text-215">
            <a:extLst xmlns:a="http://schemas.openxmlformats.org/drawingml/2006/main">
              <a:ext uri="{FF2B5EF4-FFF2-40B4-BE49-F238E27FC236}">
                <a16:creationId xmlns:a16="http://schemas.microsoft.com/office/drawing/2014/main" id="{84BF629A-ACC7-4806-B633-B0AF75CD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46863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Fitted static</a:t>
            </a:r>
          </a:p>
        </p:txBody>
      </p:sp>
      <p:sp>
        <p:nvSpPr>
          <p:cNvPr id="45" name="path-216">
            <a:extLst xmlns:a="http://schemas.openxmlformats.org/drawingml/2006/main">
              <a:ext uri="{FF2B5EF4-FFF2-40B4-BE49-F238E27FC236}">
                <a16:creationId xmlns:a16="http://schemas.microsoft.com/office/drawing/2014/main" id="{400FDC46-2822-42B3-8391-E82D537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879627"/>
            <a:ext cx="95" cy="26846"/>
          </a:xfrm>
          <a:custGeom xmlns:a="http://schemas.openxmlformats.org/drawingml/2006/main">
            <a:pathLst>
              <a:path w="95" h="26846">
                <a:moveTo>
                  <a:pt x="0" y="268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6" name="path-217">
            <a:extLst xmlns:a="http://schemas.openxmlformats.org/drawingml/2006/main">
              <a:ext uri="{FF2B5EF4-FFF2-40B4-BE49-F238E27FC236}">
                <a16:creationId xmlns:a16="http://schemas.microsoft.com/office/drawing/2014/main" id="{89108B02-7295-4511-99C2-BDE41743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0647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7" name="path-218">
            <a:extLst xmlns:a="http://schemas.openxmlformats.org/drawingml/2006/main">
              <a:ext uri="{FF2B5EF4-FFF2-40B4-BE49-F238E27FC236}">
                <a16:creationId xmlns:a16="http://schemas.microsoft.com/office/drawing/2014/main" id="{024B190E-BD71-4E2D-A994-0BFAB512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87962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8" name="path-219">
            <a:extLst xmlns:a="http://schemas.openxmlformats.org/drawingml/2006/main">
              <a:ext uri="{FF2B5EF4-FFF2-40B4-BE49-F238E27FC236}">
                <a16:creationId xmlns:a16="http://schemas.microsoft.com/office/drawing/2014/main" id="{EC97677D-A073-4A8C-9630-15193A3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31" y="1575149"/>
            <a:ext cx="95" cy="132494"/>
          </a:xfrm>
          <a:custGeom xmlns:a="http://schemas.openxmlformats.org/drawingml/2006/main">
            <a:pathLst>
              <a:path w="95" h="132494">
                <a:moveTo>
                  <a:pt x="0" y="1324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49" name="path-220">
            <a:extLst xmlns:a="http://schemas.openxmlformats.org/drawingml/2006/main">
              <a:ext uri="{FF2B5EF4-FFF2-40B4-BE49-F238E27FC236}">
                <a16:creationId xmlns:a16="http://schemas.microsoft.com/office/drawing/2014/main" id="{B375822B-7CC3-43FF-8601-854B5332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70764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0" name="path-221">
            <a:extLst xmlns:a="http://schemas.openxmlformats.org/drawingml/2006/main">
              <a:ext uri="{FF2B5EF4-FFF2-40B4-BE49-F238E27FC236}">
                <a16:creationId xmlns:a16="http://schemas.microsoft.com/office/drawing/2014/main" id="{251BB55E-AA1D-4461-9AE9-C74A43E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57514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1" name="path-222">
            <a:extLst xmlns:a="http://schemas.openxmlformats.org/drawingml/2006/main">
              <a:ext uri="{FF2B5EF4-FFF2-40B4-BE49-F238E27FC236}">
                <a16:creationId xmlns:a16="http://schemas.microsoft.com/office/drawing/2014/main" id="{D77F9BCD-3F92-46CD-91EF-2AD36FC7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9" y="1408216"/>
            <a:ext cx="95" cy="121499"/>
          </a:xfrm>
          <a:custGeom xmlns:a="http://schemas.openxmlformats.org/drawingml/2006/main">
            <a:pathLst>
              <a:path w="95" h="121499">
                <a:moveTo>
                  <a:pt x="0" y="1214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2" name="path-223">
            <a:extLst xmlns:a="http://schemas.openxmlformats.org/drawingml/2006/main">
              <a:ext uri="{FF2B5EF4-FFF2-40B4-BE49-F238E27FC236}">
                <a16:creationId xmlns:a16="http://schemas.microsoft.com/office/drawing/2014/main" id="{AFF8BBD0-CEF3-4CE7-891F-54B5A82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52971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3" name="path-224">
            <a:extLst xmlns:a="http://schemas.openxmlformats.org/drawingml/2006/main">
              <a:ext uri="{FF2B5EF4-FFF2-40B4-BE49-F238E27FC236}">
                <a16:creationId xmlns:a16="http://schemas.microsoft.com/office/drawing/2014/main" id="{52B2CF9D-FC3D-43DE-BC0C-4540CC82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40821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4" name="path-225">
            <a:extLst xmlns:a="http://schemas.openxmlformats.org/drawingml/2006/main">
              <a:ext uri="{FF2B5EF4-FFF2-40B4-BE49-F238E27FC236}">
                <a16:creationId xmlns:a16="http://schemas.microsoft.com/office/drawing/2014/main" id="{0AF4800C-7129-4D49-90A8-C6723E8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75" y="1342667"/>
            <a:ext cx="95" cy="143858"/>
          </a:xfrm>
          <a:custGeom xmlns:a="http://schemas.openxmlformats.org/drawingml/2006/main">
            <a:pathLst>
              <a:path w="95" h="143858">
                <a:moveTo>
                  <a:pt x="0" y="1438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5" name="path-226">
            <a:extLst xmlns:a="http://schemas.openxmlformats.org/drawingml/2006/main">
              <a:ext uri="{FF2B5EF4-FFF2-40B4-BE49-F238E27FC236}">
                <a16:creationId xmlns:a16="http://schemas.microsoft.com/office/drawing/2014/main" id="{3BC4CAE0-83AB-4C3E-9162-E3EA6E96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48652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6" name="path-227">
            <a:extLst xmlns:a="http://schemas.openxmlformats.org/drawingml/2006/main">
              <a:ext uri="{FF2B5EF4-FFF2-40B4-BE49-F238E27FC236}">
                <a16:creationId xmlns:a16="http://schemas.microsoft.com/office/drawing/2014/main" id="{2F3BFF45-AFF0-4B67-AF5F-721E41A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34266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57" name="data-curve-228">
            <a:extLst xmlns:a="http://schemas.openxmlformats.org/drawingml/2006/main">
              <a:ext uri="{FF2B5EF4-FFF2-40B4-BE49-F238E27FC236}">
                <a16:creationId xmlns:a16="http://schemas.microsoft.com/office/drawing/2014/main" id="{7414A19D-90FB-47EF-BB6C-18A5F4B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414596"/>
            <a:ext cx="2277533" cy="478455"/>
          </a:xfrm>
          <a:custGeom xmlns:a="http://schemas.openxmlformats.org/drawingml/2006/main">
            <a:pathLst>
              <a:path w="2277533" h="478455">
                <a:moveTo>
                  <a:pt x="0" y="478455"/>
                </a:moveTo>
                <a:lnTo>
                  <a:pt x="379589" y="226800"/>
                </a:lnTo>
                <a:lnTo>
                  <a:pt x="1138767" y="54370"/>
                </a:lnTo>
                <a:lnTo>
                  <a:pt x="227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D55E00"/>
            </a:solidFill>
            <a:prstDash val="solid"/>
          </a:ln>
        </p:spPr>
      </p:sp>
      <p:sp>
        <p:nvSpPr>
          <p:cNvPr id="58" name="data-marker-229">
            <a:extLst xmlns:a="http://schemas.openxmlformats.org/drawingml/2006/main">
              <a:ext uri="{FF2B5EF4-FFF2-40B4-BE49-F238E27FC236}">
                <a16:creationId xmlns:a16="http://schemas.microsoft.com/office/drawing/2014/main" id="{E74DB611-7A2A-4E8E-BE18-C9838565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86923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59" name="data-marker-230">
            <a:extLst xmlns:a="http://schemas.openxmlformats.org/drawingml/2006/main">
              <a:ext uri="{FF2B5EF4-FFF2-40B4-BE49-F238E27FC236}">
                <a16:creationId xmlns:a16="http://schemas.microsoft.com/office/drawing/2014/main" id="{4E1D02EB-5BB9-44A1-8708-91FBAC4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18" y="161758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60" name="data-marker-231">
            <a:extLst xmlns:a="http://schemas.openxmlformats.org/drawingml/2006/main">
              <a:ext uri="{FF2B5EF4-FFF2-40B4-BE49-F238E27FC236}">
                <a16:creationId xmlns:a16="http://schemas.microsoft.com/office/drawing/2014/main" id="{0F0ACBBA-71CE-48DB-94FF-65ECCA65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96" y="14451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61" name="data-marker-232">
            <a:extLst xmlns:a="http://schemas.openxmlformats.org/drawingml/2006/main">
              <a:ext uri="{FF2B5EF4-FFF2-40B4-BE49-F238E27FC236}">
                <a16:creationId xmlns:a16="http://schemas.microsoft.com/office/drawing/2014/main" id="{2D53AC05-6BF5-4D30-AEAB-6A785232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63" y="139078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62" name="path-233">
            <a:extLst xmlns:a="http://schemas.openxmlformats.org/drawingml/2006/main">
              <a:ext uri="{FF2B5EF4-FFF2-40B4-BE49-F238E27FC236}">
                <a16:creationId xmlns:a16="http://schemas.microsoft.com/office/drawing/2014/main" id="{2E0E4432-DA10-4A72-BE1A-5B727A50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" y="70675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dash"/>
          </a:ln>
        </p:spPr>
      </p:sp>
      <p:sp>
        <p:nvSpPr>
          <p:cNvPr id="63" name="data-marker-234">
            <a:extLst xmlns:a="http://schemas.openxmlformats.org/drawingml/2006/main">
              <a:ext uri="{FF2B5EF4-FFF2-40B4-BE49-F238E27FC236}">
                <a16:creationId xmlns:a16="http://schemas.microsoft.com/office/drawing/2014/main" id="{6B1AF8B0-47A8-41BD-89C5-3A15E6E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6" y="68532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64" name="text-235">
            <a:extLst xmlns:a="http://schemas.openxmlformats.org/drawingml/2006/main">
              <a:ext uri="{FF2B5EF4-FFF2-40B4-BE49-F238E27FC236}">
                <a16:creationId xmlns:a16="http://schemas.microsoft.com/office/drawing/2014/main" id="{C64463B1-1805-43DF-844D-5BA789F3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64008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 singleton</a:t>
            </a:r>
          </a:p>
        </p:txBody>
      </p:sp>
      <p:sp>
        <p:nvSpPr>
          <p:cNvPr id="65" name="path-236">
            <a:extLst xmlns:a="http://schemas.openxmlformats.org/drawingml/2006/main">
              <a:ext uri="{FF2B5EF4-FFF2-40B4-BE49-F238E27FC236}">
                <a16:creationId xmlns:a16="http://schemas.microsoft.com/office/drawing/2014/main" id="{FFB1960D-B7E2-479B-8705-14FADC16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162" y="1886039"/>
            <a:ext cx="95" cy="203540"/>
          </a:xfrm>
          <a:custGeom xmlns:a="http://schemas.openxmlformats.org/drawingml/2006/main">
            <a:pathLst>
              <a:path w="95" h="203540">
                <a:moveTo>
                  <a:pt x="0" y="2035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6" name="path-237">
            <a:extLst xmlns:a="http://schemas.openxmlformats.org/drawingml/2006/main">
              <a:ext uri="{FF2B5EF4-FFF2-40B4-BE49-F238E27FC236}">
                <a16:creationId xmlns:a16="http://schemas.microsoft.com/office/drawing/2014/main" id="{8339FFF7-83F8-4CCA-B465-9C1117AC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55" y="208957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7" name="path-238">
            <a:extLst xmlns:a="http://schemas.openxmlformats.org/drawingml/2006/main">
              <a:ext uri="{FF2B5EF4-FFF2-40B4-BE49-F238E27FC236}">
                <a16:creationId xmlns:a16="http://schemas.microsoft.com/office/drawing/2014/main" id="{46830A5F-53EF-4FFD-81B6-D041888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55" y="188603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8" name="path-239">
            <a:extLst xmlns:a="http://schemas.openxmlformats.org/drawingml/2006/main">
              <a:ext uri="{FF2B5EF4-FFF2-40B4-BE49-F238E27FC236}">
                <a16:creationId xmlns:a16="http://schemas.microsoft.com/office/drawing/2014/main" id="{1B35B7F8-449E-4192-BE39-23072C9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668" y="1619673"/>
            <a:ext cx="95" cy="220535"/>
          </a:xfrm>
          <a:custGeom xmlns:a="http://schemas.openxmlformats.org/drawingml/2006/main">
            <a:pathLst>
              <a:path w="95" h="220535">
                <a:moveTo>
                  <a:pt x="0" y="2205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9" name="path-240">
            <a:extLst xmlns:a="http://schemas.openxmlformats.org/drawingml/2006/main">
              <a:ext uri="{FF2B5EF4-FFF2-40B4-BE49-F238E27FC236}">
                <a16:creationId xmlns:a16="http://schemas.microsoft.com/office/drawing/2014/main" id="{D999AD36-4D55-4432-AED5-6E9B68D1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60" y="1840208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0" name="path-241">
            <a:extLst xmlns:a="http://schemas.openxmlformats.org/drawingml/2006/main">
              <a:ext uri="{FF2B5EF4-FFF2-40B4-BE49-F238E27FC236}">
                <a16:creationId xmlns:a16="http://schemas.microsoft.com/office/drawing/2014/main" id="{3A8089E8-348C-46F6-A0D7-04C6459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60" y="161967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1" name="path-242">
            <a:extLst xmlns:a="http://schemas.openxmlformats.org/drawingml/2006/main">
              <a:ext uri="{FF2B5EF4-FFF2-40B4-BE49-F238E27FC236}">
                <a16:creationId xmlns:a16="http://schemas.microsoft.com/office/drawing/2014/main" id="{1592CF18-3C14-411C-ACBD-40387330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326" y="1518012"/>
            <a:ext cx="95" cy="259194"/>
          </a:xfrm>
          <a:custGeom xmlns:a="http://schemas.openxmlformats.org/drawingml/2006/main">
            <a:pathLst>
              <a:path w="95" h="259194">
                <a:moveTo>
                  <a:pt x="0" y="2591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2" name="path-243">
            <a:extLst xmlns:a="http://schemas.openxmlformats.org/drawingml/2006/main">
              <a:ext uri="{FF2B5EF4-FFF2-40B4-BE49-F238E27FC236}">
                <a16:creationId xmlns:a16="http://schemas.microsoft.com/office/drawing/2014/main" id="{9EB32B0C-B739-487B-8218-2385CD1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418" y="177720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3" name="path-244">
            <a:extLst xmlns:a="http://schemas.openxmlformats.org/drawingml/2006/main">
              <a:ext uri="{FF2B5EF4-FFF2-40B4-BE49-F238E27FC236}">
                <a16:creationId xmlns:a16="http://schemas.microsoft.com/office/drawing/2014/main" id="{E4E9B351-7763-4A57-831C-DD51997E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418" y="151801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4" name="path-245">
            <a:extLst xmlns:a="http://schemas.openxmlformats.org/drawingml/2006/main">
              <a:ext uri="{FF2B5EF4-FFF2-40B4-BE49-F238E27FC236}">
                <a16:creationId xmlns:a16="http://schemas.microsoft.com/office/drawing/2014/main" id="{B239220A-B169-4F72-BA6A-CF736730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76" y="1509861"/>
            <a:ext cx="95" cy="259962"/>
          </a:xfrm>
          <a:custGeom xmlns:a="http://schemas.openxmlformats.org/drawingml/2006/main">
            <a:pathLst>
              <a:path w="95" h="259962">
                <a:moveTo>
                  <a:pt x="0" y="2599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5" name="path-246">
            <a:extLst xmlns:a="http://schemas.openxmlformats.org/drawingml/2006/main">
              <a:ext uri="{FF2B5EF4-FFF2-40B4-BE49-F238E27FC236}">
                <a16:creationId xmlns:a16="http://schemas.microsoft.com/office/drawing/2014/main" id="{3A0CA1F6-1B77-4B6A-845E-450C546A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68" y="176982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6" name="path-247">
            <a:extLst xmlns:a="http://schemas.openxmlformats.org/drawingml/2006/main">
              <a:ext uri="{FF2B5EF4-FFF2-40B4-BE49-F238E27FC236}">
                <a16:creationId xmlns:a16="http://schemas.microsoft.com/office/drawing/2014/main" id="{C2862772-0E89-4F16-A500-5BF6B629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68" y="1509861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77" name="data-curve-248">
            <a:extLst xmlns:a="http://schemas.openxmlformats.org/drawingml/2006/main">
              <a:ext uri="{FF2B5EF4-FFF2-40B4-BE49-F238E27FC236}">
                <a16:creationId xmlns:a16="http://schemas.microsoft.com/office/drawing/2014/main" id="{5B5158D9-A538-4990-B714-DCA27394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162" y="1639842"/>
            <a:ext cx="535914" cy="347967"/>
          </a:xfrm>
          <a:custGeom xmlns:a="http://schemas.openxmlformats.org/drawingml/2006/main">
            <a:pathLst>
              <a:path w="535914" h="347967">
                <a:moveTo>
                  <a:pt x="0" y="347967"/>
                </a:moveTo>
                <a:lnTo>
                  <a:pt x="328506" y="90099"/>
                </a:lnTo>
                <a:lnTo>
                  <a:pt x="529164" y="7767"/>
                </a:lnTo>
                <a:lnTo>
                  <a:pt x="535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dash"/>
          </a:ln>
        </p:spPr>
      </p:sp>
      <p:sp>
        <p:nvSpPr>
          <p:cNvPr id="78" name="data-marker-249">
            <a:extLst xmlns:a="http://schemas.openxmlformats.org/drawingml/2006/main">
              <a:ext uri="{FF2B5EF4-FFF2-40B4-BE49-F238E27FC236}">
                <a16:creationId xmlns:a16="http://schemas.microsoft.com/office/drawing/2014/main" id="{0C93CEE6-600E-46C6-AEF0-31E21F59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350" y="196399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79" name="data-marker-250">
            <a:extLst xmlns:a="http://schemas.openxmlformats.org/drawingml/2006/main">
              <a:ext uri="{FF2B5EF4-FFF2-40B4-BE49-F238E27FC236}">
                <a16:creationId xmlns:a16="http://schemas.microsoft.com/office/drawing/2014/main" id="{8F5421DA-3920-472E-A639-AF191F44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855" y="170612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80" name="data-marker-251">
            <a:extLst xmlns:a="http://schemas.openxmlformats.org/drawingml/2006/main">
              <a:ext uri="{FF2B5EF4-FFF2-40B4-BE49-F238E27FC236}">
                <a16:creationId xmlns:a16="http://schemas.microsoft.com/office/drawing/2014/main" id="{9B795B42-95D4-4203-889E-F1401738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513" y="162379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81" name="data-marker-252">
            <a:extLst xmlns:a="http://schemas.openxmlformats.org/drawingml/2006/main">
              <a:ext uri="{FF2B5EF4-FFF2-40B4-BE49-F238E27FC236}">
                <a16:creationId xmlns:a16="http://schemas.microsoft.com/office/drawing/2014/main" id="{642C33D1-2463-41A2-9C13-15E7D55E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263" y="161603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82" name="path-253">
            <a:extLst xmlns:a="http://schemas.openxmlformats.org/drawingml/2006/main">
              <a:ext uri="{FF2B5EF4-FFF2-40B4-BE49-F238E27FC236}">
                <a16:creationId xmlns:a16="http://schemas.microsoft.com/office/drawing/2014/main" id="{9315711C-A718-44B6-AD3F-E8096D1D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70675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  <a:prstDash val="dash"/>
          </a:ln>
        </p:spPr>
      </p:sp>
      <p:sp>
        <p:nvSpPr>
          <p:cNvPr id="83" name="data-marker-254">
            <a:extLst xmlns:a="http://schemas.openxmlformats.org/drawingml/2006/main">
              <a:ext uri="{FF2B5EF4-FFF2-40B4-BE49-F238E27FC236}">
                <a16:creationId xmlns:a16="http://schemas.microsoft.com/office/drawing/2014/main" id="{451B46E1-4943-4587-AA03-F7A459E3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291" y="685324"/>
            <a:ext cx="42863" cy="428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84" name="text-255">
            <a:extLst xmlns:a="http://schemas.openxmlformats.org/drawingml/2006/main">
              <a:ext uri="{FF2B5EF4-FFF2-40B4-BE49-F238E27FC236}">
                <a16:creationId xmlns:a16="http://schemas.microsoft.com/office/drawing/2014/main" id="{C6B271F2-02AF-4834-B1E6-EE7F7F8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64008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Fitted static + stop</a:t>
            </a:r>
          </a:p>
        </p:txBody>
      </p:sp>
      <p:sp>
        <p:nvSpPr>
          <p:cNvPr id="85" name="path-256">
            <a:extLst xmlns:a="http://schemas.openxmlformats.org/drawingml/2006/main">
              <a:ext uri="{FF2B5EF4-FFF2-40B4-BE49-F238E27FC236}">
                <a16:creationId xmlns:a16="http://schemas.microsoft.com/office/drawing/2014/main" id="{3FEFD58E-96E4-4F2E-A811-15C57F6A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879627"/>
            <a:ext cx="95" cy="26846"/>
          </a:xfrm>
          <a:custGeom xmlns:a="http://schemas.openxmlformats.org/drawingml/2006/main">
            <a:pathLst>
              <a:path w="95" h="26846">
                <a:moveTo>
                  <a:pt x="0" y="268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6" name="path-257">
            <a:extLst xmlns:a="http://schemas.openxmlformats.org/drawingml/2006/main">
              <a:ext uri="{FF2B5EF4-FFF2-40B4-BE49-F238E27FC236}">
                <a16:creationId xmlns:a16="http://schemas.microsoft.com/office/drawing/2014/main" id="{EF2AD83A-C321-485A-B74A-8B6CA16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0647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7" name="path-258">
            <a:extLst xmlns:a="http://schemas.openxmlformats.org/drawingml/2006/main">
              <a:ext uri="{FF2B5EF4-FFF2-40B4-BE49-F238E27FC236}">
                <a16:creationId xmlns:a16="http://schemas.microsoft.com/office/drawing/2014/main" id="{92B63B65-6EE1-4069-BEAA-1CCCE31E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87962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8" name="path-259">
            <a:extLst xmlns:a="http://schemas.openxmlformats.org/drawingml/2006/main">
              <a:ext uri="{FF2B5EF4-FFF2-40B4-BE49-F238E27FC236}">
                <a16:creationId xmlns:a16="http://schemas.microsoft.com/office/drawing/2014/main" id="{EFE870B7-5254-40B6-A4C0-D62B273F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560" y="1604176"/>
            <a:ext cx="95" cy="155218"/>
          </a:xfrm>
          <a:custGeom xmlns:a="http://schemas.openxmlformats.org/drawingml/2006/main">
            <a:pathLst>
              <a:path w="95" h="155218">
                <a:moveTo>
                  <a:pt x="0" y="1552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89" name="path-260">
            <a:extLst xmlns:a="http://schemas.openxmlformats.org/drawingml/2006/main">
              <a:ext uri="{FF2B5EF4-FFF2-40B4-BE49-F238E27FC236}">
                <a16:creationId xmlns:a16="http://schemas.microsoft.com/office/drawing/2014/main" id="{C1EAB8B9-FD0E-4168-8C95-0036ADB2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652" y="175939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0" name="path-261">
            <a:extLst xmlns:a="http://schemas.openxmlformats.org/drawingml/2006/main">
              <a:ext uri="{FF2B5EF4-FFF2-40B4-BE49-F238E27FC236}">
                <a16:creationId xmlns:a16="http://schemas.microsoft.com/office/drawing/2014/main" id="{F1DDF9EF-03B8-443A-B3D4-1A4AE36D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652" y="160417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1" name="path-262">
            <a:extLst xmlns:a="http://schemas.openxmlformats.org/drawingml/2006/main">
              <a:ext uri="{FF2B5EF4-FFF2-40B4-BE49-F238E27FC236}">
                <a16:creationId xmlns:a16="http://schemas.microsoft.com/office/drawing/2014/main" id="{6512E198-E3D3-4CF8-BB2D-17EA3324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627" y="1509492"/>
            <a:ext cx="95" cy="210991"/>
          </a:xfrm>
          <a:custGeom xmlns:a="http://schemas.openxmlformats.org/drawingml/2006/main">
            <a:pathLst>
              <a:path w="95" h="210991">
                <a:moveTo>
                  <a:pt x="0" y="210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2" name="path-263">
            <a:extLst xmlns:a="http://schemas.openxmlformats.org/drawingml/2006/main">
              <a:ext uri="{FF2B5EF4-FFF2-40B4-BE49-F238E27FC236}">
                <a16:creationId xmlns:a16="http://schemas.microsoft.com/office/drawing/2014/main" id="{8A58A105-D9FF-4173-8F82-95531B5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720" y="172048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3" name="path-264">
            <a:extLst xmlns:a="http://schemas.openxmlformats.org/drawingml/2006/main">
              <a:ext uri="{FF2B5EF4-FFF2-40B4-BE49-F238E27FC236}">
                <a16:creationId xmlns:a16="http://schemas.microsoft.com/office/drawing/2014/main" id="{20862A7E-86F9-4598-9045-904DF4C2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720" y="150949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4" name="path-265">
            <a:extLst xmlns:a="http://schemas.openxmlformats.org/drawingml/2006/main">
              <a:ext uri="{FF2B5EF4-FFF2-40B4-BE49-F238E27FC236}">
                <a16:creationId xmlns:a16="http://schemas.microsoft.com/office/drawing/2014/main" id="{B31C6B5B-5224-4DE5-818B-AB656982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220" y="1505929"/>
            <a:ext cx="95" cy="215010"/>
          </a:xfrm>
          <a:custGeom xmlns:a="http://schemas.openxmlformats.org/drawingml/2006/main">
            <a:pathLst>
              <a:path w="95" h="215010">
                <a:moveTo>
                  <a:pt x="0" y="215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5" name="path-266">
            <a:extLst xmlns:a="http://schemas.openxmlformats.org/drawingml/2006/main">
              <a:ext uri="{FF2B5EF4-FFF2-40B4-BE49-F238E27FC236}">
                <a16:creationId xmlns:a16="http://schemas.microsoft.com/office/drawing/2014/main" id="{50A9B604-31CB-483F-BBFB-12D2C609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13" y="172093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6" name="path-267">
            <a:extLst xmlns:a="http://schemas.openxmlformats.org/drawingml/2006/main">
              <a:ext uri="{FF2B5EF4-FFF2-40B4-BE49-F238E27FC236}">
                <a16:creationId xmlns:a16="http://schemas.microsoft.com/office/drawing/2014/main" id="{2BA72217-A76F-4D2D-B9E5-17C5CD65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13" y="1505929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55E00"/>
            </a:solidFill>
            <a:prstDash val="solid"/>
          </a:ln>
        </p:spPr>
      </p:sp>
      <p:sp>
        <p:nvSpPr>
          <p:cNvPr id="97" name="data-curve-268">
            <a:extLst xmlns:a="http://schemas.openxmlformats.org/drawingml/2006/main">
              <a:ext uri="{FF2B5EF4-FFF2-40B4-BE49-F238E27FC236}">
                <a16:creationId xmlns:a16="http://schemas.microsoft.com/office/drawing/2014/main" id="{06764500-1086-433B-AD15-D222F89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613434"/>
            <a:ext cx="359978" cy="279616"/>
          </a:xfrm>
          <a:custGeom xmlns:a="http://schemas.openxmlformats.org/drawingml/2006/main">
            <a:pathLst>
              <a:path w="359978" h="279616">
                <a:moveTo>
                  <a:pt x="0" y="279616"/>
                </a:moveTo>
                <a:lnTo>
                  <a:pt x="267318" y="68351"/>
                </a:lnTo>
                <a:lnTo>
                  <a:pt x="355385" y="1553"/>
                </a:lnTo>
                <a:lnTo>
                  <a:pt x="3599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D55E00"/>
            </a:solidFill>
            <a:prstDash val="dash"/>
          </a:ln>
        </p:spPr>
      </p:sp>
      <p:sp>
        <p:nvSpPr>
          <p:cNvPr id="98" name="data-marker-269">
            <a:extLst xmlns:a="http://schemas.openxmlformats.org/drawingml/2006/main">
              <a:ext uri="{FF2B5EF4-FFF2-40B4-BE49-F238E27FC236}">
                <a16:creationId xmlns:a16="http://schemas.microsoft.com/office/drawing/2014/main" id="{54E6CB42-6B0F-400D-91A3-0EEBFA1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869238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99" name="data-marker-270">
            <a:extLst xmlns:a="http://schemas.openxmlformats.org/drawingml/2006/main">
              <a:ext uri="{FF2B5EF4-FFF2-40B4-BE49-F238E27FC236}">
                <a16:creationId xmlns:a16="http://schemas.microsoft.com/office/drawing/2014/main" id="{F8DB345C-71FC-40F1-A638-6DCF12A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747" y="1657972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100" name="data-marker-271">
            <a:extLst xmlns:a="http://schemas.openxmlformats.org/drawingml/2006/main">
              <a:ext uri="{FF2B5EF4-FFF2-40B4-BE49-F238E27FC236}">
                <a16:creationId xmlns:a16="http://schemas.microsoft.com/office/drawing/2014/main" id="{372C1EA5-47B8-4D6B-BC73-07EF324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815" y="1591175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101" name="data-marker-272">
            <a:extLst xmlns:a="http://schemas.openxmlformats.org/drawingml/2006/main">
              <a:ext uri="{FF2B5EF4-FFF2-40B4-BE49-F238E27FC236}">
                <a16:creationId xmlns:a16="http://schemas.microsoft.com/office/drawing/2014/main" id="{116E3947-083D-4080-A31F-8FDC9C6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408" y="1589621"/>
            <a:ext cx="47625" cy="47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</p:sp>
      <p:sp>
        <p:nvSpPr>
          <p:cNvPr id="102" name="path-273">
            <a:extLst xmlns:a="http://schemas.openxmlformats.org/drawingml/2006/main">
              <a:ext uri="{FF2B5EF4-FFF2-40B4-BE49-F238E27FC236}">
                <a16:creationId xmlns:a16="http://schemas.microsoft.com/office/drawing/2014/main" id="{49C95633-C3CF-49A7-88A7-66E28C86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" y="87820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E6E6E"/>
            </a:solidFill>
            <a:prstDash val="dot"/>
          </a:ln>
        </p:spPr>
      </p:sp>
      <p:sp>
        <p:nvSpPr>
          <p:cNvPr id="103" name="data-marker-274">
            <a:extLst xmlns:a="http://schemas.openxmlformats.org/drawingml/2006/main">
              <a:ext uri="{FF2B5EF4-FFF2-40B4-BE49-F238E27FC236}">
                <a16:creationId xmlns:a16="http://schemas.microsoft.com/office/drawing/2014/main" id="{F57278A7-1874-4EFC-9840-E09827E3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6" y="856774"/>
            <a:ext cx="42863" cy="4286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04" name="text-275">
            <a:extLst xmlns:a="http://schemas.openxmlformats.org/drawingml/2006/main">
              <a:ext uri="{FF2B5EF4-FFF2-40B4-BE49-F238E27FC236}">
                <a16:creationId xmlns:a16="http://schemas.microsoft.com/office/drawing/2014/main" id="{1E807422-438B-4ED8-9C2D-3C6121E0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81153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Schema-order fixed</a:t>
            </a:r>
          </a:p>
        </p:txBody>
      </p:sp>
      <p:sp>
        <p:nvSpPr>
          <p:cNvPr id="105" name="path-276">
            <a:extLst xmlns:a="http://schemas.openxmlformats.org/drawingml/2006/main">
              <a:ext uri="{FF2B5EF4-FFF2-40B4-BE49-F238E27FC236}">
                <a16:creationId xmlns:a16="http://schemas.microsoft.com/office/drawing/2014/main" id="{36AE6DF0-45F8-4298-AA64-863EEBF8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910243"/>
            <a:ext cx="95" cy="145812"/>
          </a:xfrm>
          <a:custGeom xmlns:a="http://schemas.openxmlformats.org/drawingml/2006/main">
            <a:pathLst>
              <a:path w="95" h="145812">
                <a:moveTo>
                  <a:pt x="0" y="1458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6" name="path-277">
            <a:extLst xmlns:a="http://schemas.openxmlformats.org/drawingml/2006/main">
              <a:ext uri="{FF2B5EF4-FFF2-40B4-BE49-F238E27FC236}">
                <a16:creationId xmlns:a16="http://schemas.microsoft.com/office/drawing/2014/main" id="{EBA4DAB0-F5C2-4EDB-9BC7-C60FE201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205605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7" name="path-278">
            <a:extLst xmlns:a="http://schemas.openxmlformats.org/drawingml/2006/main">
              <a:ext uri="{FF2B5EF4-FFF2-40B4-BE49-F238E27FC236}">
                <a16:creationId xmlns:a16="http://schemas.microsoft.com/office/drawing/2014/main" id="{05E0DC40-016B-4BA5-8D47-86B1B780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334" y="191024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8" name="path-279">
            <a:extLst xmlns:a="http://schemas.openxmlformats.org/drawingml/2006/main">
              <a:ext uri="{FF2B5EF4-FFF2-40B4-BE49-F238E27FC236}">
                <a16:creationId xmlns:a16="http://schemas.microsoft.com/office/drawing/2014/main" id="{440716BA-A0E5-4654-8366-08ACC8C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31" y="1782665"/>
            <a:ext cx="95" cy="183488"/>
          </a:xfrm>
          <a:custGeom xmlns:a="http://schemas.openxmlformats.org/drawingml/2006/main">
            <a:pathLst>
              <a:path w="95" h="183488">
                <a:moveTo>
                  <a:pt x="0" y="1834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09" name="path-280">
            <a:extLst xmlns:a="http://schemas.openxmlformats.org/drawingml/2006/main">
              <a:ext uri="{FF2B5EF4-FFF2-40B4-BE49-F238E27FC236}">
                <a16:creationId xmlns:a16="http://schemas.microsoft.com/office/drawing/2014/main" id="{47D43D92-7CAD-4A16-8005-B4071CE9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96615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0" name="path-281">
            <a:extLst xmlns:a="http://schemas.openxmlformats.org/drawingml/2006/main">
              <a:ext uri="{FF2B5EF4-FFF2-40B4-BE49-F238E27FC236}">
                <a16:creationId xmlns:a16="http://schemas.microsoft.com/office/drawing/2014/main" id="{E792F4C3-792F-4208-BA99-25A1CA2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23" y="178266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1" name="path-282">
            <a:extLst xmlns:a="http://schemas.openxmlformats.org/drawingml/2006/main">
              <a:ext uri="{FF2B5EF4-FFF2-40B4-BE49-F238E27FC236}">
                <a16:creationId xmlns:a16="http://schemas.microsoft.com/office/drawing/2014/main" id="{07AFCA38-5A41-436A-A3FC-291B332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9" y="1551470"/>
            <a:ext cx="95" cy="130142"/>
          </a:xfrm>
          <a:custGeom xmlns:a="http://schemas.openxmlformats.org/drawingml/2006/main">
            <a:pathLst>
              <a:path w="95" h="130142">
                <a:moveTo>
                  <a:pt x="0" y="1301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2" name="path-283">
            <a:extLst xmlns:a="http://schemas.openxmlformats.org/drawingml/2006/main">
              <a:ext uri="{FF2B5EF4-FFF2-40B4-BE49-F238E27FC236}">
                <a16:creationId xmlns:a16="http://schemas.microsoft.com/office/drawing/2014/main" id="{8E5A02B9-FBD7-4231-923B-F1EEF64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68161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3" name="path-284">
            <a:extLst xmlns:a="http://schemas.openxmlformats.org/drawingml/2006/main">
              <a:ext uri="{FF2B5EF4-FFF2-40B4-BE49-F238E27FC236}">
                <a16:creationId xmlns:a16="http://schemas.microsoft.com/office/drawing/2014/main" id="{46E3AA63-40AD-4834-B1DC-874DEFF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01" y="155147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4" name="path-285">
            <a:extLst xmlns:a="http://schemas.openxmlformats.org/drawingml/2006/main">
              <a:ext uri="{FF2B5EF4-FFF2-40B4-BE49-F238E27FC236}">
                <a16:creationId xmlns:a16="http://schemas.microsoft.com/office/drawing/2014/main" id="{0FC62F4F-4EDE-4015-88B0-322A01A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75" y="1342667"/>
            <a:ext cx="95" cy="143858"/>
          </a:xfrm>
          <a:custGeom xmlns:a="http://schemas.openxmlformats.org/drawingml/2006/main">
            <a:pathLst>
              <a:path w="95" h="143858">
                <a:moveTo>
                  <a:pt x="0" y="1438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5" name="path-286">
            <a:extLst xmlns:a="http://schemas.openxmlformats.org/drawingml/2006/main">
              <a:ext uri="{FF2B5EF4-FFF2-40B4-BE49-F238E27FC236}">
                <a16:creationId xmlns:a16="http://schemas.microsoft.com/office/drawing/2014/main" id="{9942A969-3080-47E5-82B2-9CBE127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48652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6" name="path-287">
            <a:extLst xmlns:a="http://schemas.openxmlformats.org/drawingml/2006/main">
              <a:ext uri="{FF2B5EF4-FFF2-40B4-BE49-F238E27FC236}">
                <a16:creationId xmlns:a16="http://schemas.microsoft.com/office/drawing/2014/main" id="{CA3F2409-DC15-4AB4-B7CE-694DD734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68" y="134266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E6E6E"/>
            </a:solidFill>
            <a:prstDash val="solid"/>
          </a:ln>
        </p:spPr>
      </p:sp>
      <p:sp>
        <p:nvSpPr>
          <p:cNvPr id="117" name="data-curve-288">
            <a:extLst xmlns:a="http://schemas.openxmlformats.org/drawingml/2006/main">
              <a:ext uri="{FF2B5EF4-FFF2-40B4-BE49-F238E27FC236}">
                <a16:creationId xmlns:a16="http://schemas.microsoft.com/office/drawing/2014/main" id="{EEC5B99F-31BA-4C82-8F17-CC8D22D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42" y="1414596"/>
            <a:ext cx="2277533" cy="568554"/>
          </a:xfrm>
          <a:custGeom xmlns:a="http://schemas.openxmlformats.org/drawingml/2006/main">
            <a:pathLst>
              <a:path w="2277533" h="568554">
                <a:moveTo>
                  <a:pt x="0" y="568554"/>
                </a:moveTo>
                <a:lnTo>
                  <a:pt x="379589" y="459814"/>
                </a:lnTo>
                <a:lnTo>
                  <a:pt x="1138767" y="201945"/>
                </a:lnTo>
                <a:lnTo>
                  <a:pt x="227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E6E6E"/>
            </a:solidFill>
            <a:prstDash val="dot"/>
          </a:ln>
        </p:spPr>
      </p:sp>
      <p:sp>
        <p:nvSpPr>
          <p:cNvPr id="118" name="data-marker-289">
            <a:extLst xmlns:a="http://schemas.openxmlformats.org/drawingml/2006/main">
              <a:ext uri="{FF2B5EF4-FFF2-40B4-BE49-F238E27FC236}">
                <a16:creationId xmlns:a16="http://schemas.microsoft.com/office/drawing/2014/main" id="{70E5DD81-178E-47BC-AD1A-6F64B4C3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9" y="195933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19" name="data-marker-290">
            <a:extLst xmlns:a="http://schemas.openxmlformats.org/drawingml/2006/main">
              <a:ext uri="{FF2B5EF4-FFF2-40B4-BE49-F238E27FC236}">
                <a16:creationId xmlns:a16="http://schemas.microsoft.com/office/drawing/2014/main" id="{BBDCE412-4411-454E-B17D-3CB6919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18" y="1850597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20" name="data-marker-291">
            <a:extLst xmlns:a="http://schemas.openxmlformats.org/drawingml/2006/main">
              <a:ext uri="{FF2B5EF4-FFF2-40B4-BE49-F238E27FC236}">
                <a16:creationId xmlns:a16="http://schemas.microsoft.com/office/drawing/2014/main" id="{6523AC3A-AE2B-430E-8780-AD58980F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96" y="1592728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  <p:sp>
        <p:nvSpPr>
          <p:cNvPr id="121" name="data-marker-292">
            <a:extLst xmlns:a="http://schemas.openxmlformats.org/drawingml/2006/main">
              <a:ext uri="{FF2B5EF4-FFF2-40B4-BE49-F238E27FC236}">
                <a16:creationId xmlns:a16="http://schemas.microsoft.com/office/drawing/2014/main" id="{502DA13B-C65C-48FB-BADA-4EBB5B8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63" y="1390783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10478">
            <a:solidFill>
              <a:srgbClr val="6E6E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7510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text-293">
            <a:extLst xmlns:a="http://schemas.openxmlformats.org/drawingml/2006/main">
              <a:ext uri="{FF2B5EF4-FFF2-40B4-BE49-F238E27FC236}">
                <a16:creationId xmlns:a16="http://schemas.microsoft.com/office/drawing/2014/main" id="{1E0DC71B-1C0E-4D75-A19D-54829B0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" y="40767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Accuracy difference (pp)</a:t>
            </a:r>
          </a:p>
        </p:txBody>
      </p:sp>
      <p:sp>
        <p:nvSpPr>
          <p:cNvPr id="2" name="path-294">
            <a:extLst xmlns:a="http://schemas.openxmlformats.org/drawingml/2006/main">
              <a:ext uri="{FF2B5EF4-FFF2-40B4-BE49-F238E27FC236}">
                <a16:creationId xmlns:a16="http://schemas.microsoft.com/office/drawing/2014/main" id="{4DFAE249-9243-453B-9A13-6EF11E2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36029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3" name="text-295">
            <a:extLst xmlns:a="http://schemas.openxmlformats.org/drawingml/2006/main">
              <a:ext uri="{FF2B5EF4-FFF2-40B4-BE49-F238E27FC236}">
                <a16:creationId xmlns:a16="http://schemas.microsoft.com/office/drawing/2014/main" id="{138B887C-C29E-460C-99A6-BDE5B0C2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22936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4" name="path-296">
            <a:extLst xmlns:a="http://schemas.openxmlformats.org/drawingml/2006/main">
              <a:ext uri="{FF2B5EF4-FFF2-40B4-BE49-F238E27FC236}">
                <a16:creationId xmlns:a16="http://schemas.microsoft.com/office/drawing/2014/main" id="{EA8A32EC-3F28-4125-A66C-F7A3056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202692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5" name="text-297">
            <a:extLst xmlns:a="http://schemas.openxmlformats.org/drawingml/2006/main">
              <a:ext uri="{FF2B5EF4-FFF2-40B4-BE49-F238E27FC236}">
                <a16:creationId xmlns:a16="http://schemas.microsoft.com/office/drawing/2014/main" id="{9019C2B4-18AD-4444-84F8-2579230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96024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-4</a:t>
            </a:r>
          </a:p>
        </p:txBody>
      </p:sp>
      <p:sp>
        <p:nvSpPr>
          <p:cNvPr id="6" name="path-298">
            <a:extLst xmlns:a="http://schemas.openxmlformats.org/drawingml/2006/main">
              <a:ext uri="{FF2B5EF4-FFF2-40B4-BE49-F238E27FC236}">
                <a16:creationId xmlns:a16="http://schemas.microsoft.com/office/drawing/2014/main" id="{4C7833E0-383F-4DEB-BAD8-1C8256A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69354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7" name="text-299">
            <a:extLst xmlns:a="http://schemas.openxmlformats.org/drawingml/2006/main">
              <a:ext uri="{FF2B5EF4-FFF2-40B4-BE49-F238E27FC236}">
                <a16:creationId xmlns:a16="http://schemas.microsoft.com/office/drawing/2014/main" id="{61131FEE-5D32-475D-9631-1804A4C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62687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8" name="path-300">
            <a:extLst xmlns:a="http://schemas.openxmlformats.org/drawingml/2006/main">
              <a:ext uri="{FF2B5EF4-FFF2-40B4-BE49-F238E27FC236}">
                <a16:creationId xmlns:a16="http://schemas.microsoft.com/office/drawing/2014/main" id="{37C26105-95F1-4FBF-933D-1723440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360170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solid"/>
          </a:ln>
        </p:spPr>
      </p:sp>
      <p:sp>
        <p:nvSpPr>
          <p:cNvPr id="9" name="text-301">
            <a:extLst xmlns:a="http://schemas.openxmlformats.org/drawingml/2006/main">
              <a:ext uri="{FF2B5EF4-FFF2-40B4-BE49-F238E27FC236}">
                <a16:creationId xmlns:a16="http://schemas.microsoft.com/office/drawing/2014/main" id="{14390C36-C76C-4123-96F7-83A98B4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129349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path-302">
            <a:extLst xmlns:a="http://schemas.openxmlformats.org/drawingml/2006/main">
              <a:ext uri="{FF2B5EF4-FFF2-40B4-BE49-F238E27FC236}">
                <a16:creationId xmlns:a16="http://schemas.microsoft.com/office/drawing/2014/main" id="{DAFAC2C7-6AAC-4098-A88C-9C397B9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26795"/>
            <a:ext cx="2562225" cy="95"/>
          </a:xfrm>
          <a:custGeom xmlns:a="http://schemas.openxmlformats.org/drawingml/2006/main">
            <a:pathLst>
              <a:path w="2562225" h="9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6E6E6E"/>
            </a:solidFill>
            <a:prstDash val="dot"/>
          </a:ln>
        </p:spPr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F824643D-BFBA-4457-A1DA-5D3007E6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" y="9601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path-304">
            <a:extLst xmlns:a="http://schemas.openxmlformats.org/drawingml/2006/main">
              <a:ext uri="{FF2B5EF4-FFF2-40B4-BE49-F238E27FC236}">
                <a16:creationId xmlns:a16="http://schemas.microsoft.com/office/drawing/2014/main" id="{26A24821-1E53-4CA5-9CE0-83FD079A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1026795"/>
            <a:ext cx="2562225" cy="1333500"/>
          </a:xfrm>
          <a:custGeom xmlns:a="http://schemas.openxmlformats.org/drawingml/2006/main">
            <a:pathLst>
              <a:path w="2562225" h="1333500">
                <a:moveTo>
                  <a:pt x="0" y="0"/>
                </a:moveTo>
                <a:lnTo>
                  <a:pt x="0" y="1333500"/>
                </a:lnTo>
                <a:lnTo>
                  <a:pt x="2562225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3" name="path-305">
            <a:extLst xmlns:a="http://schemas.openxmlformats.org/drawingml/2006/main">
              <a:ext uri="{FF2B5EF4-FFF2-40B4-BE49-F238E27FC236}">
                <a16:creationId xmlns:a16="http://schemas.microsoft.com/office/drawing/2014/main" id="{F7DAF752-57B2-48D5-B084-199BE9B8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4" name="text-306">
            <a:extLst xmlns:a="http://schemas.openxmlformats.org/drawingml/2006/main">
              <a:ext uri="{FF2B5EF4-FFF2-40B4-BE49-F238E27FC236}">
                <a16:creationId xmlns:a16="http://schemas.microsoft.com/office/drawing/2014/main" id="{06C3CC6F-F66B-4A96-A2CF-E27AC728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77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ath-307">
            <a:extLst xmlns:a="http://schemas.openxmlformats.org/drawingml/2006/main">
              <a:ext uri="{FF2B5EF4-FFF2-40B4-BE49-F238E27FC236}">
                <a16:creationId xmlns:a16="http://schemas.microsoft.com/office/drawing/2014/main" id="{6230B67A-F721-43C9-975F-3245DB4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94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6" name="text-308">
            <a:extLst xmlns:a="http://schemas.openxmlformats.org/drawingml/2006/main">
              <a:ext uri="{FF2B5EF4-FFF2-40B4-BE49-F238E27FC236}">
                <a16:creationId xmlns:a16="http://schemas.microsoft.com/office/drawing/2014/main" id="{96CFA279-278A-4287-AB58-0BFFC2EB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544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ath-309">
            <a:extLst xmlns:a="http://schemas.openxmlformats.org/drawingml/2006/main">
              <a:ext uri="{FF2B5EF4-FFF2-40B4-BE49-F238E27FC236}">
                <a16:creationId xmlns:a16="http://schemas.microsoft.com/office/drawing/2014/main" id="{3E2AE056-18A0-47BF-9C8A-7E5CD8D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18" name="text-310">
            <a:extLst xmlns:a="http://schemas.openxmlformats.org/drawingml/2006/main">
              <a:ext uri="{FF2B5EF4-FFF2-40B4-BE49-F238E27FC236}">
                <a16:creationId xmlns:a16="http://schemas.microsoft.com/office/drawing/2014/main" id="{CFC058A9-6FEB-4F4A-9197-74980D2A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path-311">
            <a:extLst xmlns:a="http://schemas.openxmlformats.org/drawingml/2006/main">
              <a:ext uri="{FF2B5EF4-FFF2-40B4-BE49-F238E27FC236}">
                <a16:creationId xmlns:a16="http://schemas.microsoft.com/office/drawing/2014/main" id="{E4378AE2-430E-49D5-A2AE-E2608C5E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26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0" name="text-312">
            <a:extLst xmlns:a="http://schemas.openxmlformats.org/drawingml/2006/main">
              <a:ext uri="{FF2B5EF4-FFF2-40B4-BE49-F238E27FC236}">
                <a16:creationId xmlns:a16="http://schemas.microsoft.com/office/drawing/2014/main" id="{5366B6B1-C234-4666-AEC3-F60E217B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76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1" name="path-313">
            <a:extLst xmlns:a="http://schemas.openxmlformats.org/drawingml/2006/main">
              <a:ext uri="{FF2B5EF4-FFF2-40B4-BE49-F238E27FC236}">
                <a16:creationId xmlns:a16="http://schemas.microsoft.com/office/drawing/2014/main" id="{31162F25-1600-43AE-B8CE-50DFE9E0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893" y="236029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3247"/>
            </a:solidFill>
            <a:prstDash val="solid"/>
          </a:ln>
        </p:spPr>
      </p:sp>
      <p:sp>
        <p:nvSpPr>
          <p:cNvPr id="22" name="text-314">
            <a:extLst xmlns:a="http://schemas.openxmlformats.org/drawingml/2006/main">
              <a:ext uri="{FF2B5EF4-FFF2-40B4-BE49-F238E27FC236}">
                <a16:creationId xmlns:a16="http://schemas.microsoft.com/office/drawing/2014/main" id="{743F7F69-E717-4844-AFDE-6A4B6B42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543" y="240792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3" name="text-315">
            <a:extLst xmlns:a="http://schemas.openxmlformats.org/drawingml/2006/main">
              <a:ext uri="{FF2B5EF4-FFF2-40B4-BE49-F238E27FC236}">
                <a16:creationId xmlns:a16="http://schemas.microsoft.com/office/drawing/2014/main" id="{28410016-8984-4AE4-AE57-82C3ACC1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" y="2611755"/>
            <a:ext cx="2847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Maximum concept groups (K)</a:t>
            </a:r>
          </a:p>
        </p:txBody>
      </p:sp>
      <p:sp>
        <p:nvSpPr>
          <p:cNvPr id="24" name="path-316">
            <a:extLst xmlns:a="http://schemas.openxmlformats.org/drawingml/2006/main">
              <a:ext uri="{FF2B5EF4-FFF2-40B4-BE49-F238E27FC236}">
                <a16:creationId xmlns:a16="http://schemas.microsoft.com/office/drawing/2014/main" id="{995555B1-04CB-4204-A158-0BFF0325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7" y="75057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25" name="data-marker-317">
            <a:extLst xmlns:a="http://schemas.openxmlformats.org/drawingml/2006/main">
              <a:ext uri="{FF2B5EF4-FFF2-40B4-BE49-F238E27FC236}">
                <a16:creationId xmlns:a16="http://schemas.microsoft.com/office/drawing/2014/main" id="{9E9CE82D-6AAA-4F5C-979D-F574D9CA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841" y="729139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6" name="text-318">
            <a:extLst xmlns:a="http://schemas.openxmlformats.org/drawingml/2006/main">
              <a:ext uri="{FF2B5EF4-FFF2-40B4-BE49-F238E27FC236}">
                <a16:creationId xmlns:a16="http://schemas.microsoft.com/office/drawing/2014/main" id="{18CEAF6D-D6DA-4618-B6C8-DAAD594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683895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7" name="path-319">
            <a:extLst xmlns:a="http://schemas.openxmlformats.org/drawingml/2006/main">
              <a:ext uri="{FF2B5EF4-FFF2-40B4-BE49-F238E27FC236}">
                <a16:creationId xmlns:a16="http://schemas.microsoft.com/office/drawing/2014/main" id="{F77F57B8-FE2D-4114-B944-5A5831E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75057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  <a:prstDash val="dash"/>
          </a:ln>
        </p:spPr>
      </p:sp>
      <p:sp>
        <p:nvSpPr>
          <p:cNvPr id="28" name="data-marker-320">
            <a:extLst xmlns:a="http://schemas.openxmlformats.org/drawingml/2006/main">
              <a:ext uri="{FF2B5EF4-FFF2-40B4-BE49-F238E27FC236}">
                <a16:creationId xmlns:a16="http://schemas.microsoft.com/office/drawing/2014/main" id="{E7672ED4-65DA-4CE4-9E56-8D4E1FE3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416" y="729139"/>
            <a:ext cx="42863" cy="42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29" name="text-321">
            <a:extLst xmlns:a="http://schemas.openxmlformats.org/drawingml/2006/main">
              <a:ext uri="{FF2B5EF4-FFF2-40B4-BE49-F238E27FC236}">
                <a16:creationId xmlns:a16="http://schemas.microsoft.com/office/drawing/2014/main" id="{007E25DE-9364-4989-BE55-B028FF7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683895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Value, singleton</a:t>
            </a:r>
          </a:p>
        </p:txBody>
      </p:sp>
      <p:sp>
        <p:nvSpPr>
          <p:cNvPr id="30" name="path-322">
            <a:extLst xmlns:a="http://schemas.openxmlformats.org/drawingml/2006/main">
              <a:ext uri="{FF2B5EF4-FFF2-40B4-BE49-F238E27FC236}">
                <a16:creationId xmlns:a16="http://schemas.microsoft.com/office/drawing/2014/main" id="{139BBBC3-0DF4-4031-B19C-2B9BDF1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253694"/>
            <a:ext cx="95" cy="423415"/>
          </a:xfrm>
          <a:custGeom xmlns:a="http://schemas.openxmlformats.org/drawingml/2006/main">
            <a:pathLst>
              <a:path w="95" h="423415">
                <a:moveTo>
                  <a:pt x="0" y="4234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1" name="path-323">
            <a:extLst xmlns:a="http://schemas.openxmlformats.org/drawingml/2006/main">
              <a:ext uri="{FF2B5EF4-FFF2-40B4-BE49-F238E27FC236}">
                <a16:creationId xmlns:a16="http://schemas.microsoft.com/office/drawing/2014/main" id="{B79E6928-ACB9-42D7-ADC8-BA7F7E7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67711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2" name="path-324">
            <a:extLst xmlns:a="http://schemas.openxmlformats.org/drawingml/2006/main">
              <a:ext uri="{FF2B5EF4-FFF2-40B4-BE49-F238E27FC236}">
                <a16:creationId xmlns:a16="http://schemas.microsoft.com/office/drawing/2014/main" id="{F91C04ED-EDBC-4564-86F1-B009F8ED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25369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3" name="path-325">
            <a:extLst xmlns:a="http://schemas.openxmlformats.org/drawingml/2006/main">
              <a:ext uri="{FF2B5EF4-FFF2-40B4-BE49-F238E27FC236}">
                <a16:creationId xmlns:a16="http://schemas.microsoft.com/office/drawing/2014/main" id="{BD62D7BE-0B56-4A00-A23C-016D9D0E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94" y="1568872"/>
            <a:ext cx="95" cy="606855"/>
          </a:xfrm>
          <a:custGeom xmlns:a="http://schemas.openxmlformats.org/drawingml/2006/main">
            <a:pathLst>
              <a:path w="95" h="606855">
                <a:moveTo>
                  <a:pt x="0" y="6068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4" name="path-326">
            <a:extLst xmlns:a="http://schemas.openxmlformats.org/drawingml/2006/main">
              <a:ext uri="{FF2B5EF4-FFF2-40B4-BE49-F238E27FC236}">
                <a16:creationId xmlns:a16="http://schemas.microsoft.com/office/drawing/2014/main" id="{D8973BE2-2EAE-4AF9-A9AC-4E6F5B31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217572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5" name="path-327">
            <a:extLst xmlns:a="http://schemas.openxmlformats.org/drawingml/2006/main">
              <a:ext uri="{FF2B5EF4-FFF2-40B4-BE49-F238E27FC236}">
                <a16:creationId xmlns:a16="http://schemas.microsoft.com/office/drawing/2014/main" id="{9CA53EB7-855B-4BD3-98FF-A26EB513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156887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6" name="path-328">
            <a:extLst xmlns:a="http://schemas.openxmlformats.org/drawingml/2006/main">
              <a:ext uri="{FF2B5EF4-FFF2-40B4-BE49-F238E27FC236}">
                <a16:creationId xmlns:a16="http://schemas.microsoft.com/office/drawing/2014/main" id="{9DF25231-F27E-4D9E-B8F7-FB19F649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44486"/>
            <a:ext cx="95" cy="748824"/>
          </a:xfrm>
          <a:custGeom xmlns:a="http://schemas.openxmlformats.org/drawingml/2006/main">
            <a:pathLst>
              <a:path w="95" h="748824">
                <a:moveTo>
                  <a:pt x="0" y="7488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7" name="path-329">
            <a:extLst xmlns:a="http://schemas.openxmlformats.org/drawingml/2006/main">
              <a:ext uri="{FF2B5EF4-FFF2-40B4-BE49-F238E27FC236}">
                <a16:creationId xmlns:a16="http://schemas.microsoft.com/office/drawing/2014/main" id="{EBCAF342-EB7C-498F-955A-D25176DC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2093310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8" name="path-330">
            <a:extLst xmlns:a="http://schemas.openxmlformats.org/drawingml/2006/main">
              <a:ext uri="{FF2B5EF4-FFF2-40B4-BE49-F238E27FC236}">
                <a16:creationId xmlns:a16="http://schemas.microsoft.com/office/drawing/2014/main" id="{D4CA3936-DFD7-484D-8CFD-ED607B3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1344486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39" name="path-331">
            <a:extLst xmlns:a="http://schemas.openxmlformats.org/drawingml/2006/main">
              <a:ext uri="{FF2B5EF4-FFF2-40B4-BE49-F238E27FC236}">
                <a16:creationId xmlns:a16="http://schemas.microsoft.com/office/drawing/2014/main" id="{B96913DF-6438-485B-BC42-887614EA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26" y="1235313"/>
            <a:ext cx="95" cy="561448"/>
          </a:xfrm>
          <a:custGeom xmlns:a="http://schemas.openxmlformats.org/drawingml/2006/main">
            <a:pathLst>
              <a:path w="95" h="561448">
                <a:moveTo>
                  <a:pt x="0" y="5614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0" name="path-332">
            <a:extLst xmlns:a="http://schemas.openxmlformats.org/drawingml/2006/main">
              <a:ext uri="{FF2B5EF4-FFF2-40B4-BE49-F238E27FC236}">
                <a16:creationId xmlns:a16="http://schemas.microsoft.com/office/drawing/2014/main" id="{F8CA4281-74C4-4AA8-B3C2-8E59996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796761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1" name="path-333">
            <a:extLst xmlns:a="http://schemas.openxmlformats.org/drawingml/2006/main">
              <a:ext uri="{FF2B5EF4-FFF2-40B4-BE49-F238E27FC236}">
                <a16:creationId xmlns:a16="http://schemas.microsoft.com/office/drawing/2014/main" id="{CD80DAF6-E28E-4DD3-9577-C209216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23531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2" name="path-334">
            <a:extLst xmlns:a="http://schemas.openxmlformats.org/drawingml/2006/main">
              <a:ext uri="{FF2B5EF4-FFF2-40B4-BE49-F238E27FC236}">
                <a16:creationId xmlns:a16="http://schemas.microsoft.com/office/drawing/2014/main" id="{B8C942EC-3DDF-4751-B180-13604733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893" y="1205247"/>
            <a:ext cx="95" cy="325767"/>
          </a:xfrm>
          <a:custGeom xmlns:a="http://schemas.openxmlformats.org/drawingml/2006/main">
            <a:pathLst>
              <a:path w="95" h="325767">
                <a:moveTo>
                  <a:pt x="0" y="325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3" name="path-335">
            <a:extLst xmlns:a="http://schemas.openxmlformats.org/drawingml/2006/main">
              <a:ext uri="{FF2B5EF4-FFF2-40B4-BE49-F238E27FC236}">
                <a16:creationId xmlns:a16="http://schemas.microsoft.com/office/drawing/2014/main" id="{43ECA2ED-D9F5-4AB1-91BC-2815B5F4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53101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4" name="path-336">
            <a:extLst xmlns:a="http://schemas.openxmlformats.org/drawingml/2006/main">
              <a:ext uri="{FF2B5EF4-FFF2-40B4-BE49-F238E27FC236}">
                <a16:creationId xmlns:a16="http://schemas.microsoft.com/office/drawing/2014/main" id="{3D792D6E-E9FA-47C2-A0B3-9721043F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20524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45" name="data-curve-337">
            <a:extLst xmlns:a="http://schemas.openxmlformats.org/drawingml/2006/main">
              <a:ext uri="{FF2B5EF4-FFF2-40B4-BE49-F238E27FC236}">
                <a16:creationId xmlns:a16="http://schemas.microsoft.com/office/drawing/2014/main" id="{0CFFB0F9-D07B-4A58-882D-881C027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368130"/>
            <a:ext cx="2350665" cy="504169"/>
          </a:xfrm>
          <a:custGeom xmlns:a="http://schemas.openxmlformats.org/drawingml/2006/main">
            <a:pathLst>
              <a:path w="2350665" h="504169">
                <a:moveTo>
                  <a:pt x="0" y="97272"/>
                </a:moveTo>
                <a:lnTo>
                  <a:pt x="587666" y="504169"/>
                </a:lnTo>
                <a:lnTo>
                  <a:pt x="1175333" y="350767"/>
                </a:lnTo>
                <a:lnTo>
                  <a:pt x="1762999" y="147906"/>
                </a:lnTo>
                <a:lnTo>
                  <a:pt x="2350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solid"/>
          </a:ln>
        </p:spPr>
      </p:sp>
      <p:sp>
        <p:nvSpPr>
          <p:cNvPr id="46" name="data-marker-338">
            <a:extLst xmlns:a="http://schemas.openxmlformats.org/drawingml/2006/main">
              <a:ext uri="{FF2B5EF4-FFF2-40B4-BE49-F238E27FC236}">
                <a16:creationId xmlns:a16="http://schemas.microsoft.com/office/drawing/2014/main" id="{FC5C0D09-57FA-4F39-BC1A-87DB01B7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415" y="14415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7" name="data-marker-339">
            <a:extLst xmlns:a="http://schemas.openxmlformats.org/drawingml/2006/main">
              <a:ext uri="{FF2B5EF4-FFF2-40B4-BE49-F238E27FC236}">
                <a16:creationId xmlns:a16="http://schemas.microsoft.com/office/drawing/2014/main" id="{D2A618E5-F4E8-45BA-8BB0-4CFED04C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81" y="1848487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8" name="data-marker-340">
            <a:extLst xmlns:a="http://schemas.openxmlformats.org/drawingml/2006/main">
              <a:ext uri="{FF2B5EF4-FFF2-40B4-BE49-F238E27FC236}">
                <a16:creationId xmlns:a16="http://schemas.microsoft.com/office/drawing/2014/main" id="{5377D5EF-9387-443D-B95B-F26B6262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169508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49" name="data-marker-341">
            <a:extLst xmlns:a="http://schemas.openxmlformats.org/drawingml/2006/main">
              <a:ext uri="{FF2B5EF4-FFF2-40B4-BE49-F238E27FC236}">
                <a16:creationId xmlns:a16="http://schemas.microsoft.com/office/drawing/2014/main" id="{D96D987C-CAE6-4780-86C2-9C386B66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14" y="1492224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50" name="data-marker-342">
            <a:extLst xmlns:a="http://schemas.openxmlformats.org/drawingml/2006/main">
              <a:ext uri="{FF2B5EF4-FFF2-40B4-BE49-F238E27FC236}">
                <a16:creationId xmlns:a16="http://schemas.microsoft.com/office/drawing/2014/main" id="{A936F785-2EB0-4E4D-ABD2-485E8F5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80" y="134431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51" name="path-343">
            <a:extLst xmlns:a="http://schemas.openxmlformats.org/drawingml/2006/main">
              <a:ext uri="{FF2B5EF4-FFF2-40B4-BE49-F238E27FC236}">
                <a16:creationId xmlns:a16="http://schemas.microsoft.com/office/drawing/2014/main" id="{99E24052-37E3-4C19-ACB4-D3483B89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121844"/>
            <a:ext cx="95" cy="574869"/>
          </a:xfrm>
          <a:custGeom xmlns:a="http://schemas.openxmlformats.org/drawingml/2006/main">
            <a:pathLst>
              <a:path w="95" h="574869">
                <a:moveTo>
                  <a:pt x="0" y="5748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2" name="path-344">
            <a:extLst xmlns:a="http://schemas.openxmlformats.org/drawingml/2006/main">
              <a:ext uri="{FF2B5EF4-FFF2-40B4-BE49-F238E27FC236}">
                <a16:creationId xmlns:a16="http://schemas.microsoft.com/office/drawing/2014/main" id="{A5DA16E3-0648-4B3A-9601-67BF591F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69671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3" name="path-345">
            <a:extLst xmlns:a="http://schemas.openxmlformats.org/drawingml/2006/main">
              <a:ext uri="{FF2B5EF4-FFF2-40B4-BE49-F238E27FC236}">
                <a16:creationId xmlns:a16="http://schemas.microsoft.com/office/drawing/2014/main" id="{01991720-7104-4886-96FF-4E944F1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20" y="112184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4" name="path-346">
            <a:extLst xmlns:a="http://schemas.openxmlformats.org/drawingml/2006/main">
              <a:ext uri="{FF2B5EF4-FFF2-40B4-BE49-F238E27FC236}">
                <a16:creationId xmlns:a16="http://schemas.microsoft.com/office/drawing/2014/main" id="{6BE20977-F975-43BE-8526-033B2FFF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94" y="1316587"/>
            <a:ext cx="95" cy="941991"/>
          </a:xfrm>
          <a:custGeom xmlns:a="http://schemas.openxmlformats.org/drawingml/2006/main">
            <a:pathLst>
              <a:path w="95" h="941991">
                <a:moveTo>
                  <a:pt x="0" y="941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5" name="path-347">
            <a:extLst xmlns:a="http://schemas.openxmlformats.org/drawingml/2006/main">
              <a:ext uri="{FF2B5EF4-FFF2-40B4-BE49-F238E27FC236}">
                <a16:creationId xmlns:a16="http://schemas.microsoft.com/office/drawing/2014/main" id="{FED4D7BD-1921-444F-AF6F-E3E3772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225857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6" name="path-348">
            <a:extLst xmlns:a="http://schemas.openxmlformats.org/drawingml/2006/main">
              <a:ext uri="{FF2B5EF4-FFF2-40B4-BE49-F238E27FC236}">
                <a16:creationId xmlns:a16="http://schemas.microsoft.com/office/drawing/2014/main" id="{9706BAD3-4404-4FE9-BAD3-F18AF565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86" y="131658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7" name="path-349">
            <a:extLst xmlns:a="http://schemas.openxmlformats.org/drawingml/2006/main">
              <a:ext uri="{FF2B5EF4-FFF2-40B4-BE49-F238E27FC236}">
                <a16:creationId xmlns:a16="http://schemas.microsoft.com/office/drawing/2014/main" id="{BDC499BA-AAF5-4743-9053-69B8DAFC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01064"/>
            <a:ext cx="95" cy="442128"/>
          </a:xfrm>
          <a:custGeom xmlns:a="http://schemas.openxmlformats.org/drawingml/2006/main">
            <a:pathLst>
              <a:path w="95" h="442128">
                <a:moveTo>
                  <a:pt x="0" y="4421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8" name="path-350">
            <a:extLst xmlns:a="http://schemas.openxmlformats.org/drawingml/2006/main">
              <a:ext uri="{FF2B5EF4-FFF2-40B4-BE49-F238E27FC236}">
                <a16:creationId xmlns:a16="http://schemas.microsoft.com/office/drawing/2014/main" id="{89FC4BA9-B938-42DA-AA27-1B58A4A2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184319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59" name="path-351">
            <a:extLst xmlns:a="http://schemas.openxmlformats.org/drawingml/2006/main">
              <a:ext uri="{FF2B5EF4-FFF2-40B4-BE49-F238E27FC236}">
                <a16:creationId xmlns:a16="http://schemas.microsoft.com/office/drawing/2014/main" id="{72B271DC-891D-4870-976B-F0FCA883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52" y="1401064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0" name="path-352">
            <a:extLst xmlns:a="http://schemas.openxmlformats.org/drawingml/2006/main">
              <a:ext uri="{FF2B5EF4-FFF2-40B4-BE49-F238E27FC236}">
                <a16:creationId xmlns:a16="http://schemas.microsoft.com/office/drawing/2014/main" id="{963DCDAD-9A89-4F24-80D9-9874BCE1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26" y="1230672"/>
            <a:ext cx="95" cy="597983"/>
          </a:xfrm>
          <a:custGeom xmlns:a="http://schemas.openxmlformats.org/drawingml/2006/main">
            <a:pathLst>
              <a:path w="95" h="597983">
                <a:moveTo>
                  <a:pt x="0" y="5979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1" name="path-353">
            <a:extLst xmlns:a="http://schemas.openxmlformats.org/drawingml/2006/main">
              <a:ext uri="{FF2B5EF4-FFF2-40B4-BE49-F238E27FC236}">
                <a16:creationId xmlns:a16="http://schemas.microsoft.com/office/drawing/2014/main" id="{66106692-19AA-413E-A6AA-18B7FF3D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828655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2" name="path-354">
            <a:extLst xmlns:a="http://schemas.openxmlformats.org/drawingml/2006/main">
              <a:ext uri="{FF2B5EF4-FFF2-40B4-BE49-F238E27FC236}">
                <a16:creationId xmlns:a16="http://schemas.microsoft.com/office/drawing/2014/main" id="{FECAEE4E-B5DE-4F9A-9BC4-DD17DF3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19" y="1230672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3" name="path-355">
            <a:extLst xmlns:a="http://schemas.openxmlformats.org/drawingml/2006/main">
              <a:ext uri="{FF2B5EF4-FFF2-40B4-BE49-F238E27FC236}">
                <a16:creationId xmlns:a16="http://schemas.microsoft.com/office/drawing/2014/main" id="{E2D4E5A8-FB8D-43D0-99B1-3F7B23B8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893" y="1201047"/>
            <a:ext cx="95" cy="606566"/>
          </a:xfrm>
          <a:custGeom xmlns:a="http://schemas.openxmlformats.org/drawingml/2006/main">
            <a:pathLst>
              <a:path w="95" h="606566">
                <a:moveTo>
                  <a:pt x="0" y="6065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4" name="path-356">
            <a:extLst xmlns:a="http://schemas.openxmlformats.org/drawingml/2006/main">
              <a:ext uri="{FF2B5EF4-FFF2-40B4-BE49-F238E27FC236}">
                <a16:creationId xmlns:a16="http://schemas.microsoft.com/office/drawing/2014/main" id="{D5874AF8-5FCA-45DA-B6A4-733413B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807613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5" name="path-357">
            <a:extLst xmlns:a="http://schemas.openxmlformats.org/drawingml/2006/main">
              <a:ext uri="{FF2B5EF4-FFF2-40B4-BE49-F238E27FC236}">
                <a16:creationId xmlns:a16="http://schemas.microsoft.com/office/drawing/2014/main" id="{74ED34CD-B284-4B33-B14C-C0F8963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985" y="1201047"/>
            <a:ext cx="43815" cy="95"/>
          </a:xfrm>
          <a:custGeom xmlns:a="http://schemas.openxmlformats.org/drawingml/2006/main">
            <a:pathLst>
              <a:path w="43815" h="95">
                <a:moveTo>
                  <a:pt x="0" y="0"/>
                </a:moveTo>
                <a:lnTo>
                  <a:pt x="43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72B2"/>
            </a:solidFill>
            <a:prstDash val="solid"/>
          </a:ln>
        </p:spPr>
      </p:sp>
      <p:sp>
        <p:nvSpPr>
          <p:cNvPr id="66" name="data-curve-358">
            <a:extLst xmlns:a="http://schemas.openxmlformats.org/drawingml/2006/main">
              <a:ext uri="{FF2B5EF4-FFF2-40B4-BE49-F238E27FC236}">
                <a16:creationId xmlns:a16="http://schemas.microsoft.com/office/drawing/2014/main" id="{16269A8E-3320-4906-B556-3FDC113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27" y="1409278"/>
            <a:ext cx="2350665" cy="378304"/>
          </a:xfrm>
          <a:custGeom xmlns:a="http://schemas.openxmlformats.org/drawingml/2006/main">
            <a:pathLst>
              <a:path w="2350665" h="378304">
                <a:moveTo>
                  <a:pt x="0" y="0"/>
                </a:moveTo>
                <a:lnTo>
                  <a:pt x="587666" y="378304"/>
                </a:lnTo>
                <a:lnTo>
                  <a:pt x="1175333" y="212850"/>
                </a:lnTo>
                <a:lnTo>
                  <a:pt x="1762999" y="120385"/>
                </a:lnTo>
                <a:lnTo>
                  <a:pt x="2350665" y="95051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72B2"/>
            </a:solidFill>
            <a:prstDash val="dash"/>
          </a:ln>
        </p:spPr>
      </p:sp>
      <p:sp>
        <p:nvSpPr>
          <p:cNvPr id="67" name="data-marker-359">
            <a:extLst xmlns:a="http://schemas.openxmlformats.org/drawingml/2006/main">
              <a:ext uri="{FF2B5EF4-FFF2-40B4-BE49-F238E27FC236}">
                <a16:creationId xmlns:a16="http://schemas.microsoft.com/office/drawing/2014/main" id="{CAC7A29F-5996-4265-BC31-85E141F6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415" y="138546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68" name="data-marker-360">
            <a:extLst xmlns:a="http://schemas.openxmlformats.org/drawingml/2006/main">
              <a:ext uri="{FF2B5EF4-FFF2-40B4-BE49-F238E27FC236}">
                <a16:creationId xmlns:a16="http://schemas.microsoft.com/office/drawing/2014/main" id="{C763394B-9A99-4228-AEBB-042F6750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81" y="176377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69" name="data-marker-361">
            <a:extLst xmlns:a="http://schemas.openxmlformats.org/drawingml/2006/main">
              <a:ext uri="{FF2B5EF4-FFF2-40B4-BE49-F238E27FC236}">
                <a16:creationId xmlns:a16="http://schemas.microsoft.com/office/drawing/2014/main" id="{F3722BE0-E4E7-43D7-A04B-2ED8F430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159831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70" name="data-marker-362">
            <a:extLst xmlns:a="http://schemas.openxmlformats.org/drawingml/2006/main">
              <a:ext uri="{FF2B5EF4-FFF2-40B4-BE49-F238E27FC236}">
                <a16:creationId xmlns:a16="http://schemas.microsoft.com/office/drawing/2014/main" id="{04A26381-5BA6-4FE6-B373-C41CBCCD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14" y="150585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71" name="data-marker-363">
            <a:extLst xmlns:a="http://schemas.openxmlformats.org/drawingml/2006/main">
              <a:ext uri="{FF2B5EF4-FFF2-40B4-BE49-F238E27FC236}">
                <a16:creationId xmlns:a16="http://schemas.microsoft.com/office/drawing/2014/main" id="{9FFE2900-9F4A-42D4-B360-98966EFE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80" y="148051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5256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364">
            <a:extLst xmlns:a="http://schemas.openxmlformats.org/drawingml/2006/main">
              <a:ext uri="{FF2B5EF4-FFF2-40B4-BE49-F238E27FC236}">
                <a16:creationId xmlns:a16="http://schemas.microsoft.com/office/drawing/2014/main" id="{603E19F3-680D-459E-933D-4AC557A3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19100"/>
            <a:ext cx="609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Analytical illustration</a:t>
            </a:r>
          </a:p>
        </p:txBody>
      </p:sp>
      <p:sp>
        <p:nvSpPr>
          <p:cNvPr id="2" name="text-365">
            <a:extLst xmlns:a="http://schemas.openxmlformats.org/drawingml/2006/main">
              <a:ext uri="{FF2B5EF4-FFF2-40B4-BE49-F238E27FC236}">
                <a16:creationId xmlns:a16="http://schemas.microsoft.com/office/drawing/2014/main" id="{BD6E34B2-E6FB-458C-8705-EB27F964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429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3247"/>
                </a:solidFill>
                <a:latin typeface="Arial"/>
                <a:ea typeface="Arial"/>
                <a:cs typeface="Arial"/>
              </a:rPr>
              <a:t>Risk penalty v</a:t>
            </a:r>
          </a:p>
        </p:txBody>
      </p:sp>
      <p:sp>
        <p:nvSpPr>
          <p:cNvPr id="3" name="path-366">
            <a:extLst xmlns:a="http://schemas.openxmlformats.org/drawingml/2006/main">
              <a:ext uri="{FF2B5EF4-FFF2-40B4-BE49-F238E27FC236}">
                <a16:creationId xmlns:a16="http://schemas.microsoft.com/office/drawing/2014/main" id="{B5218241-A424-4C41-AB95-C3F7CD50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4" name="text-367">
            <a:extLst xmlns:a="http://schemas.openxmlformats.org/drawingml/2006/main">
              <a:ext uri="{FF2B5EF4-FFF2-40B4-BE49-F238E27FC236}">
                <a16:creationId xmlns:a16="http://schemas.microsoft.com/office/drawing/2014/main" id="{D6E4EFDE-B980-4A8F-A67F-CF82B588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2764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5" name="path-368">
            <a:extLst xmlns:a="http://schemas.openxmlformats.org/drawingml/2006/main">
              <a:ext uri="{FF2B5EF4-FFF2-40B4-BE49-F238E27FC236}">
                <a16:creationId xmlns:a16="http://schemas.microsoft.com/office/drawing/2014/main" id="{4CE6384F-8327-47F1-A7C9-6CF3A7A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169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6" name="text-369">
            <a:extLst xmlns:a="http://schemas.openxmlformats.org/drawingml/2006/main">
              <a:ext uri="{FF2B5EF4-FFF2-40B4-BE49-F238E27FC236}">
                <a16:creationId xmlns:a16="http://schemas.microsoft.com/office/drawing/2014/main" id="{4B06B135-5F83-4C09-804E-1025413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02501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7" name="path-370">
            <a:extLst xmlns:a="http://schemas.openxmlformats.org/drawingml/2006/main">
              <a:ext uri="{FF2B5EF4-FFF2-40B4-BE49-F238E27FC236}">
                <a16:creationId xmlns:a16="http://schemas.microsoft.com/office/drawing/2014/main" id="{78457B35-F808-4881-A3BE-068B452D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023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8" name="text-371">
            <a:extLst xmlns:a="http://schemas.openxmlformats.org/drawingml/2006/main">
              <a:ext uri="{FF2B5EF4-FFF2-40B4-BE49-F238E27FC236}">
                <a16:creationId xmlns:a16="http://schemas.microsoft.com/office/drawing/2014/main" id="{8579E724-6E07-47E0-AA6B-C543C0C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77355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9" name="path-372">
            <a:extLst xmlns:a="http://schemas.openxmlformats.org/drawingml/2006/main">
              <a:ext uri="{FF2B5EF4-FFF2-40B4-BE49-F238E27FC236}">
                <a16:creationId xmlns:a16="http://schemas.microsoft.com/office/drawing/2014/main" id="{99B7F931-5ED1-4DCF-99B6-CA9D66C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877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10" name="text-373">
            <a:extLst xmlns:a="http://schemas.openxmlformats.org/drawingml/2006/main">
              <a:ext uri="{FF2B5EF4-FFF2-40B4-BE49-F238E27FC236}">
                <a16:creationId xmlns:a16="http://schemas.microsoft.com/office/drawing/2014/main" id="{1A2B5DB5-87A5-4919-88BA-3F5916F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52209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11" name="path-374">
            <a:extLst xmlns:a="http://schemas.openxmlformats.org/drawingml/2006/main">
              <a:ext uri="{FF2B5EF4-FFF2-40B4-BE49-F238E27FC236}">
                <a16:creationId xmlns:a16="http://schemas.microsoft.com/office/drawing/2014/main" id="{4E6F85CD-F027-49A7-8B81-A3D60ABE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731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12" name="text-375">
            <a:extLst xmlns:a="http://schemas.openxmlformats.org/drawingml/2006/main">
              <a:ext uri="{FF2B5EF4-FFF2-40B4-BE49-F238E27FC236}">
                <a16:creationId xmlns:a16="http://schemas.microsoft.com/office/drawing/2014/main" id="{36448E21-5965-4338-9BBD-E4F93431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27063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3" name="path-376">
            <a:extLst xmlns:a="http://schemas.openxmlformats.org/drawingml/2006/main">
              <a:ext uri="{FF2B5EF4-FFF2-40B4-BE49-F238E27FC236}">
                <a16:creationId xmlns:a16="http://schemas.microsoft.com/office/drawing/2014/main" id="{3E791968-EF13-4FE7-B15F-0865E138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2543175" cy="95"/>
          </a:xfrm>
          <a:custGeom xmlns:a="http://schemas.openxmlformats.org/drawingml/2006/main">
            <a:pathLst>
              <a:path w="2543175" h="9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">
            <a:solidFill>
              <a:srgbClr val="6E6E6E"/>
            </a:solidFill>
            <a:prstDash val="dot"/>
          </a:ln>
        </p:spPr>
      </p:sp>
      <p:sp>
        <p:nvSpPr>
          <p:cNvPr id="14" name="text-377">
            <a:extLst xmlns:a="http://schemas.openxmlformats.org/drawingml/2006/main">
              <a:ext uri="{FF2B5EF4-FFF2-40B4-BE49-F238E27FC236}">
                <a16:creationId xmlns:a16="http://schemas.microsoft.com/office/drawing/2014/main" id="{C8FAA419-BFE0-4DE1-BA3F-B5BD5D09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0191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5" name="path-378">
            <a:extLst xmlns:a="http://schemas.openxmlformats.org/drawingml/2006/main">
              <a:ext uri="{FF2B5EF4-FFF2-40B4-BE49-F238E27FC236}">
                <a16:creationId xmlns:a16="http://schemas.microsoft.com/office/drawing/2014/main" id="{CC5B92BE-A453-4702-A097-E5D2F571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2543175" cy="1257300"/>
          </a:xfrm>
          <a:custGeom xmlns:a="http://schemas.openxmlformats.org/drawingml/2006/main">
            <a:pathLst>
              <a:path w="2543175" h="1257300">
                <a:moveTo>
                  <a:pt x="0" y="0"/>
                </a:moveTo>
                <a:lnTo>
                  <a:pt x="0" y="1257300"/>
                </a:lnTo>
                <a:lnTo>
                  <a:pt x="254317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243247"/>
            </a:solidFill>
            <a:prstDash val="solid"/>
          </a:ln>
        </p:spPr>
      </p:sp>
      <p:sp>
        <p:nvSpPr>
          <p:cNvPr id="16" name="text-379">
            <a:extLst xmlns:a="http://schemas.openxmlformats.org/drawingml/2006/main">
              <a:ext uri="{FF2B5EF4-FFF2-40B4-BE49-F238E27FC236}">
                <a16:creationId xmlns:a16="http://schemas.microsoft.com/office/drawing/2014/main" id="{8F9DE26C-43BA-46A0-B856-343741AB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7" name="text-380">
            <a:extLst xmlns:a="http://schemas.openxmlformats.org/drawingml/2006/main">
              <a:ext uri="{FF2B5EF4-FFF2-40B4-BE49-F238E27FC236}">
                <a16:creationId xmlns:a16="http://schemas.microsoft.com/office/drawing/2014/main" id="{249170FA-E04D-47B0-9ECD-5525C8E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text-381">
            <a:extLst xmlns:a="http://schemas.openxmlformats.org/drawingml/2006/main">
              <a:ext uri="{FF2B5EF4-FFF2-40B4-BE49-F238E27FC236}">
                <a16:creationId xmlns:a16="http://schemas.microsoft.com/office/drawing/2014/main" id="{2769C877-C08B-4CC2-8A48-8991B84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9" name="text-382">
            <a:extLst xmlns:a="http://schemas.openxmlformats.org/drawingml/2006/main">
              <a:ext uri="{FF2B5EF4-FFF2-40B4-BE49-F238E27FC236}">
                <a16:creationId xmlns:a16="http://schemas.microsoft.com/office/drawing/2014/main" id="{8F9F3266-D1A9-4ADC-981F-F63414C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20" name="text-383">
            <a:extLst xmlns:a="http://schemas.openxmlformats.org/drawingml/2006/main">
              <a:ext uri="{FF2B5EF4-FFF2-40B4-BE49-F238E27FC236}">
                <a16:creationId xmlns:a16="http://schemas.microsoft.com/office/drawing/2014/main" id="{89365BAF-72FC-4709-AE3A-4A685636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715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21" name="text-384">
            <a:extLst xmlns:a="http://schemas.openxmlformats.org/drawingml/2006/main">
              <a:ext uri="{FF2B5EF4-FFF2-40B4-BE49-F238E27FC236}">
                <a16:creationId xmlns:a16="http://schemas.microsoft.com/office/drawing/2014/main" id="{A4321A56-50EB-41ED-8EA3-6AA3E09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2" name="path-385">
            <a:extLst xmlns:a="http://schemas.openxmlformats.org/drawingml/2006/main">
              <a:ext uri="{FF2B5EF4-FFF2-40B4-BE49-F238E27FC236}">
                <a16:creationId xmlns:a16="http://schemas.microsoft.com/office/drawing/2014/main" id="{4CBD7E7B-82BE-45C7-9037-332FEE1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85850"/>
            <a:ext cx="2543175" cy="1257300"/>
          </a:xfrm>
          <a:custGeom xmlns:a="http://schemas.openxmlformats.org/drawingml/2006/main">
            <a:pathLst>
              <a:path w="2543175" h="1257300">
                <a:moveTo>
                  <a:pt x="0" y="0"/>
                </a:moveTo>
                <a:lnTo>
                  <a:pt x="25432" y="25020"/>
                </a:lnTo>
                <a:lnTo>
                  <a:pt x="50864" y="49789"/>
                </a:lnTo>
                <a:lnTo>
                  <a:pt x="76295" y="74306"/>
                </a:lnTo>
                <a:lnTo>
                  <a:pt x="101727" y="98572"/>
                </a:lnTo>
                <a:lnTo>
                  <a:pt x="127159" y="122587"/>
                </a:lnTo>
                <a:lnTo>
                  <a:pt x="152590" y="146350"/>
                </a:lnTo>
                <a:lnTo>
                  <a:pt x="178022" y="169861"/>
                </a:lnTo>
                <a:lnTo>
                  <a:pt x="203454" y="193121"/>
                </a:lnTo>
                <a:lnTo>
                  <a:pt x="228886" y="216130"/>
                </a:lnTo>
                <a:lnTo>
                  <a:pt x="254318" y="238887"/>
                </a:lnTo>
                <a:lnTo>
                  <a:pt x="279749" y="261393"/>
                </a:lnTo>
                <a:lnTo>
                  <a:pt x="305181" y="283647"/>
                </a:lnTo>
                <a:lnTo>
                  <a:pt x="330613" y="305650"/>
                </a:lnTo>
                <a:lnTo>
                  <a:pt x="356044" y="327401"/>
                </a:lnTo>
                <a:lnTo>
                  <a:pt x="381476" y="348901"/>
                </a:lnTo>
                <a:lnTo>
                  <a:pt x="406908" y="370149"/>
                </a:lnTo>
                <a:lnTo>
                  <a:pt x="432340" y="391146"/>
                </a:lnTo>
                <a:lnTo>
                  <a:pt x="457772" y="411891"/>
                </a:lnTo>
                <a:lnTo>
                  <a:pt x="483203" y="432385"/>
                </a:lnTo>
                <a:lnTo>
                  <a:pt x="508635" y="452628"/>
                </a:lnTo>
                <a:lnTo>
                  <a:pt x="534067" y="472619"/>
                </a:lnTo>
                <a:lnTo>
                  <a:pt x="559499" y="492359"/>
                </a:lnTo>
                <a:lnTo>
                  <a:pt x="584930" y="511847"/>
                </a:lnTo>
                <a:lnTo>
                  <a:pt x="610362" y="531084"/>
                </a:lnTo>
                <a:lnTo>
                  <a:pt x="635794" y="550069"/>
                </a:lnTo>
                <a:lnTo>
                  <a:pt x="661226" y="568803"/>
                </a:lnTo>
                <a:lnTo>
                  <a:pt x="686657" y="587285"/>
                </a:lnTo>
                <a:lnTo>
                  <a:pt x="712089" y="605516"/>
                </a:lnTo>
                <a:lnTo>
                  <a:pt x="737521" y="623495"/>
                </a:lnTo>
                <a:lnTo>
                  <a:pt x="762953" y="641223"/>
                </a:lnTo>
                <a:lnTo>
                  <a:pt x="788384" y="658699"/>
                </a:lnTo>
                <a:lnTo>
                  <a:pt x="813816" y="675924"/>
                </a:lnTo>
                <a:lnTo>
                  <a:pt x="839248" y="692898"/>
                </a:lnTo>
                <a:lnTo>
                  <a:pt x="864680" y="709620"/>
                </a:lnTo>
                <a:lnTo>
                  <a:pt x="890111" y="726091"/>
                </a:lnTo>
                <a:lnTo>
                  <a:pt x="915543" y="742310"/>
                </a:lnTo>
                <a:lnTo>
                  <a:pt x="940975" y="758278"/>
                </a:lnTo>
                <a:lnTo>
                  <a:pt x="966407" y="773994"/>
                </a:lnTo>
                <a:lnTo>
                  <a:pt x="991838" y="789459"/>
                </a:lnTo>
                <a:lnTo>
                  <a:pt x="1017270" y="804672"/>
                </a:lnTo>
                <a:lnTo>
                  <a:pt x="1042702" y="819634"/>
                </a:lnTo>
                <a:lnTo>
                  <a:pt x="1068133" y="834344"/>
                </a:lnTo>
                <a:lnTo>
                  <a:pt x="1093565" y="848803"/>
                </a:lnTo>
                <a:lnTo>
                  <a:pt x="1118997" y="863011"/>
                </a:lnTo>
                <a:lnTo>
                  <a:pt x="1144429" y="876967"/>
                </a:lnTo>
                <a:lnTo>
                  <a:pt x="1169861" y="890671"/>
                </a:lnTo>
                <a:lnTo>
                  <a:pt x="1195292" y="904124"/>
                </a:lnTo>
                <a:lnTo>
                  <a:pt x="1220724" y="917326"/>
                </a:lnTo>
                <a:lnTo>
                  <a:pt x="1246156" y="930276"/>
                </a:lnTo>
                <a:lnTo>
                  <a:pt x="1271588" y="942975"/>
                </a:lnTo>
                <a:lnTo>
                  <a:pt x="1297019" y="955422"/>
                </a:lnTo>
                <a:lnTo>
                  <a:pt x="1322451" y="967618"/>
                </a:lnTo>
                <a:lnTo>
                  <a:pt x="1347883" y="979562"/>
                </a:lnTo>
                <a:lnTo>
                  <a:pt x="1373315" y="991255"/>
                </a:lnTo>
                <a:lnTo>
                  <a:pt x="1398746" y="1002697"/>
                </a:lnTo>
                <a:lnTo>
                  <a:pt x="1424178" y="1013887"/>
                </a:lnTo>
                <a:lnTo>
                  <a:pt x="1449610" y="1024825"/>
                </a:lnTo>
                <a:lnTo>
                  <a:pt x="1475041" y="1035512"/>
                </a:lnTo>
                <a:lnTo>
                  <a:pt x="1500473" y="1045948"/>
                </a:lnTo>
                <a:lnTo>
                  <a:pt x="1525905" y="1056132"/>
                </a:lnTo>
                <a:lnTo>
                  <a:pt x="1551337" y="1066065"/>
                </a:lnTo>
                <a:lnTo>
                  <a:pt x="1576769" y="1075746"/>
                </a:lnTo>
                <a:lnTo>
                  <a:pt x="1602200" y="1085176"/>
                </a:lnTo>
                <a:lnTo>
                  <a:pt x="1627632" y="1094354"/>
                </a:lnTo>
                <a:lnTo>
                  <a:pt x="1653064" y="1103281"/>
                </a:lnTo>
                <a:lnTo>
                  <a:pt x="1678496" y="1111956"/>
                </a:lnTo>
                <a:lnTo>
                  <a:pt x="1703927" y="1120380"/>
                </a:lnTo>
                <a:lnTo>
                  <a:pt x="1729359" y="1128552"/>
                </a:lnTo>
                <a:lnTo>
                  <a:pt x="1754791" y="1136473"/>
                </a:lnTo>
                <a:lnTo>
                  <a:pt x="1780222" y="1144143"/>
                </a:lnTo>
                <a:lnTo>
                  <a:pt x="1805654" y="1151561"/>
                </a:lnTo>
                <a:lnTo>
                  <a:pt x="1831086" y="1158728"/>
                </a:lnTo>
                <a:lnTo>
                  <a:pt x="1856518" y="1165643"/>
                </a:lnTo>
                <a:lnTo>
                  <a:pt x="1881949" y="1172307"/>
                </a:lnTo>
                <a:lnTo>
                  <a:pt x="1907381" y="1178719"/>
                </a:lnTo>
                <a:lnTo>
                  <a:pt x="1932813" y="1184880"/>
                </a:lnTo>
                <a:lnTo>
                  <a:pt x="1958245" y="1190789"/>
                </a:lnTo>
                <a:lnTo>
                  <a:pt x="1983677" y="1196447"/>
                </a:lnTo>
                <a:lnTo>
                  <a:pt x="2009108" y="1201853"/>
                </a:lnTo>
                <a:lnTo>
                  <a:pt x="2034540" y="1207008"/>
                </a:lnTo>
                <a:lnTo>
                  <a:pt x="2059972" y="1211911"/>
                </a:lnTo>
                <a:lnTo>
                  <a:pt x="2085404" y="1216563"/>
                </a:lnTo>
                <a:lnTo>
                  <a:pt x="2110835" y="1220964"/>
                </a:lnTo>
                <a:lnTo>
                  <a:pt x="2136267" y="1225113"/>
                </a:lnTo>
                <a:lnTo>
                  <a:pt x="2161699" y="1229011"/>
                </a:lnTo>
                <a:lnTo>
                  <a:pt x="2187131" y="1232657"/>
                </a:lnTo>
                <a:lnTo>
                  <a:pt x="2212562" y="1236052"/>
                </a:lnTo>
                <a:lnTo>
                  <a:pt x="2237994" y="1239195"/>
                </a:lnTo>
                <a:lnTo>
                  <a:pt x="2263426" y="1242087"/>
                </a:lnTo>
                <a:lnTo>
                  <a:pt x="2288858" y="1244727"/>
                </a:lnTo>
                <a:lnTo>
                  <a:pt x="2314289" y="1247116"/>
                </a:lnTo>
                <a:lnTo>
                  <a:pt x="2339721" y="1249253"/>
                </a:lnTo>
                <a:lnTo>
                  <a:pt x="2365153" y="1251139"/>
                </a:lnTo>
                <a:lnTo>
                  <a:pt x="2390585" y="1252774"/>
                </a:lnTo>
                <a:lnTo>
                  <a:pt x="2416016" y="1254157"/>
                </a:lnTo>
                <a:lnTo>
                  <a:pt x="2441448" y="1255288"/>
                </a:lnTo>
                <a:lnTo>
                  <a:pt x="2466880" y="1256168"/>
                </a:lnTo>
                <a:lnTo>
                  <a:pt x="2492311" y="1256797"/>
                </a:lnTo>
                <a:lnTo>
                  <a:pt x="2517743" y="1257174"/>
                </a:lnTo>
                <a:lnTo>
                  <a:pt x="254317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3" name="text-386">
            <a:extLst xmlns:a="http://schemas.openxmlformats.org/drawingml/2006/main">
              <a:ext uri="{FF2B5EF4-FFF2-40B4-BE49-F238E27FC236}">
                <a16:creationId xmlns:a16="http://schemas.microsoft.com/office/drawing/2014/main" id="{34C065EA-9AC0-4BCA-BB64-CAD82FD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Pair acquired</a:t>
            </a:r>
          </a:p>
        </p:txBody>
      </p:sp>
      <p:sp>
        <p:nvSpPr>
          <p:cNvPr id="24" name="text-387">
            <a:extLst xmlns:a="http://schemas.openxmlformats.org/drawingml/2006/main">
              <a:ext uri="{FF2B5EF4-FFF2-40B4-BE49-F238E27FC236}">
                <a16:creationId xmlns:a16="http://schemas.microsoft.com/office/drawing/2014/main" id="{A00D4BF4-83A4-4255-957B-82751E9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371600"/>
            <a:ext cx="923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No pair</a:t>
            </a:r>
          </a:p>
        </p:txBody>
      </p:sp>
      <p:sp>
        <p:nvSpPr>
          <p:cNvPr id="25" name="text-388">
            <a:extLst xmlns:a="http://schemas.openxmlformats.org/drawingml/2006/main">
              <a:ext uri="{FF2B5EF4-FFF2-40B4-BE49-F238E27FC236}">
                <a16:creationId xmlns:a16="http://schemas.microsoft.com/office/drawing/2014/main" id="{3C17F90E-ED9C-49A0-B357-DBA80E12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Noise ρ</a:t>
            </a:r>
          </a:p>
        </p:txBody>
      </p:sp>
      <p:sp>
        <p:nvSpPr>
          <p:cNvPr id="26" name="path-389">
            <a:extLst xmlns:a="http://schemas.openxmlformats.org/drawingml/2006/main">
              <a:ext uri="{FF2B5EF4-FFF2-40B4-BE49-F238E27FC236}">
                <a16:creationId xmlns:a16="http://schemas.microsoft.com/office/drawing/2014/main" id="{4C6578B4-193C-49B6-9A93-BA694A5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52475"/>
            <a:ext cx="95" cy="1885950"/>
          </a:xfrm>
          <a:custGeom xmlns:a="http://schemas.openxmlformats.org/drawingml/2006/main">
            <a:pathLst>
              <a:path w="95" h="1885950">
                <a:moveTo>
                  <a:pt x="0" y="0"/>
                </a:moveTo>
                <a:lnTo>
                  <a:pt x="0" y="18859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6E6E6E"/>
            </a:solidFill>
            <a:prstDash val="dash"/>
          </a:ln>
        </p:spPr>
      </p:sp>
      <p:sp>
        <p:nvSpPr>
          <p:cNvPr id="27" name="text-390">
            <a:extLst xmlns:a="http://schemas.openxmlformats.org/drawingml/2006/main">
              <a:ext uri="{FF2B5EF4-FFF2-40B4-BE49-F238E27FC236}">
                <a16:creationId xmlns:a16="http://schemas.microsoft.com/office/drawing/2014/main" id="{9FD755F2-7068-41E7-8FF3-AE131EC3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8286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 = (1 − 2ρ)² / 2</a:t>
            </a:r>
          </a:p>
        </p:txBody>
      </p:sp>
      <p:sp>
        <p:nvSpPr>
          <p:cNvPr id="28" name="text-391">
            <a:extLst xmlns:a="http://schemas.openxmlformats.org/drawingml/2006/main">
              <a:ext uri="{FF2B5EF4-FFF2-40B4-BE49-F238E27FC236}">
                <a16:creationId xmlns:a16="http://schemas.microsoft.com/office/drawing/2014/main" id="{91D17FA1-BF71-4705-B9F9-A1E55E7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8587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Independent symmetric flips</a:t>
            </a:r>
          </a:p>
        </p:txBody>
      </p:sp>
      <p:sp>
        <p:nvSpPr>
          <p:cNvPr id="29" name="text-392">
            <a:extLst xmlns:a="http://schemas.openxmlformats.org/drawingml/2006/main">
              <a:ext uri="{FF2B5EF4-FFF2-40B4-BE49-F238E27FC236}">
                <a16:creationId xmlns:a16="http://schemas.microsoft.com/office/drawing/2014/main" id="{6C39E881-CD93-437C-B130-C318975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Bayes task head</a:t>
            </a:r>
          </a:p>
        </p:txBody>
      </p:sp>
      <p:sp>
        <p:nvSpPr>
          <p:cNvPr id="30" name="text-393">
            <a:extLst xmlns:a="http://schemas.openxmlformats.org/drawingml/2006/main">
              <a:ext uri="{FF2B5EF4-FFF2-40B4-BE49-F238E27FC236}">
                <a16:creationId xmlns:a16="http://schemas.microsoft.com/office/drawing/2014/main" id="{F215921A-1401-4D52-A511-531D71A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Static pair = pair-aware adaptive</a:t>
            </a:r>
          </a:p>
        </p:txBody>
      </p:sp>
      <p:sp>
        <p:nvSpPr>
          <p:cNvPr id="31" name="text-394">
            <a:extLst xmlns:a="http://schemas.openxmlformats.org/drawingml/2006/main">
              <a:ext uri="{FF2B5EF4-FFF2-40B4-BE49-F238E27FC236}">
                <a16:creationId xmlns:a16="http://schemas.microsoft.com/office/drawing/2014/main" id="{85B222EF-0829-4AD4-B913-E993BF22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886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43247"/>
                </a:solidFill>
                <a:latin typeface="Arial"/>
                <a:ea typeface="Arial"/>
                <a:cs typeface="Arial"/>
              </a:rPr>
              <a:t>Equal Bayes performance in this construction.</a:t>
            </a:r>
          </a:p>
        </p:txBody>
      </p:sp>
      <p:sp>
        <p:nvSpPr>
          <p:cNvPr id="32" name="text-395">
            <a:extLst xmlns:a="http://schemas.openxmlformats.org/drawingml/2006/main">
              <a:ext uri="{FF2B5EF4-FFF2-40B4-BE49-F238E27FC236}">
                <a16:creationId xmlns:a16="http://schemas.microsoft.com/office/drawing/2014/main" id="{880FB83A-C6A5-423F-9567-27E73E74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886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v is a risk penalty, not milliseconds.</a:t>
            </a:r>
          </a:p>
        </p:txBody>
      </p:sp>
    </p:spTree>
    <p:extLst>
      <p:ext uri="{BB962C8B-B14F-4D97-AF65-F5344CB8AC3E}">
        <p14:creationId xmlns:p14="http://schemas.microsoft.com/office/powerpoint/2010/main" val="810542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2026-09-28T07:13:47.6560000Z</dcterms:created>
  <dcterms:modified xsi:type="dcterms:W3CDTF">2026-09-28T07:13:47.6560000Z</dcterms:modified>
</coreProperties>
</file>