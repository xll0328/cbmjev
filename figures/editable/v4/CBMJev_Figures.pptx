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60d223194848f7" /><Relationship Type="http://schemas.openxmlformats.org/officeDocument/2006/relationships/extended-properties" Target="/docProps/app.xml" Id="Rc3dfe8edda004d33" /><Relationship Type="http://schemas.openxmlformats.org/officeDocument/2006/relationships/officeDocument" Target="/ppt/presentation.xml" Id="R57ba31d6e528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a5159678ad4d9e"/>
  </p:sldMasterIdLst>
  <p:notesMasterIdLst>
    <p:notesMasterId xmlns:r="http://schemas.openxmlformats.org/officeDocument/2006/relationships" r:id="Ra3ca512cc0c14e99"/>
  </p:notesMasterIdLst>
  <p:sldIdLst>
    <p:sldId xmlns:r="http://schemas.openxmlformats.org/officeDocument/2006/relationships" id="256" r:id="R68a8ac049e104aeb"/>
    <p:sldId xmlns:r="http://schemas.openxmlformats.org/officeDocument/2006/relationships" id="257" r:id="Rfaa76a45ba9e46a7"/>
    <p:sldId xmlns:r="http://schemas.openxmlformats.org/officeDocument/2006/relationships" id="258" r:id="R332df91768ff4097"/>
    <p:sldId xmlns:r="http://schemas.openxmlformats.org/officeDocument/2006/relationships" id="259" r:id="Rabe53d6fcd17424e"/>
    <p:sldId xmlns:r="http://schemas.openxmlformats.org/officeDocument/2006/relationships" id="260" r:id="Rc3828400e4bc4738"/>
  </p:sldIdLst>
  <p:sldSz cx="644652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88ca49bfc4041" /><Relationship Type="http://schemas.openxmlformats.org/officeDocument/2006/relationships/slideMaster" Target="/ppt/slideMasters/slideMaster1.xml" Id="R84a5159678ad4d9e" /><Relationship Type="http://schemas.openxmlformats.org/officeDocument/2006/relationships/notesMaster" Target="/ppt/notesMasters/notesMaster1.xml" Id="Ra3ca512cc0c14e99" /><Relationship Type="http://schemas.openxmlformats.org/officeDocument/2006/relationships/presProps" Target="/ppt/presProps.xml" Id="R180faf3e7d534e23" /><Relationship Type="http://schemas.openxmlformats.org/officeDocument/2006/relationships/tableStyles" Target="/ppt/tableStyles.xml" Id="Re8c4b9f00cfb45b8" /><Relationship Type="http://schemas.openxmlformats.org/officeDocument/2006/relationships/slide" Target="/ppt/slides/slide1.xml" Id="R68a8ac049e104aeb" /><Relationship Type="http://schemas.openxmlformats.org/officeDocument/2006/relationships/slide" Target="/ppt/slides/slide2.xml" Id="Rfaa76a45ba9e46a7" /><Relationship Type="http://schemas.openxmlformats.org/officeDocument/2006/relationships/slide" Target="/ppt/slides/slide3.xml" Id="R332df91768ff4097" /><Relationship Type="http://schemas.openxmlformats.org/officeDocument/2006/relationships/slide" Target="/ppt/slides/slide4.xml" Id="Rabe53d6fcd17424e" /><Relationship Type="http://schemas.openxmlformats.org/officeDocument/2006/relationships/slide" Target="/ppt/slides/slide5.xml" Id="Rc3828400e4bc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d340f6823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0383e4db9496c" /><Relationship Type="http://schemas.openxmlformats.org/officeDocument/2006/relationships/notesMaster" Target="/ppt/notesMasters/notesMaster1.xml" Id="R346a46e49be0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4a4d6ccbe4653" /><Relationship Type="http://schemas.openxmlformats.org/officeDocument/2006/relationships/notesMaster" Target="/ppt/notesMasters/notesMaster1.xml" Id="R53f4063ceead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920c062d394b18" /><Relationship Type="http://schemas.openxmlformats.org/officeDocument/2006/relationships/notesMaster" Target="/ppt/notesMasters/notesMaster1.xml" Id="Rb5889dc6770e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6d60e505364127" /><Relationship Type="http://schemas.openxmlformats.org/officeDocument/2006/relationships/notesMaster" Target="/ppt/notesMasters/notesMaster1.xml" Id="Ref76875a6d15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6fdcd361594f1e" /><Relationship Type="http://schemas.openxmlformats.org/officeDocument/2006/relationships/notesMaster" Target="/ppt/notesMasters/notesMaster1.xml" Id="R147338fd018f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CBMJev: typed adaptive concept measurement. Original schematic, no empirical trajectory or probability. Public labels and cross-fitted automatic responses supply controller targets in the CUB protocol. Only the responder accesses raw x. The mask/action tokens illustrate legal sets, not a logged case. Design references: Post-hoc CBM https://openreview.net/forum?id=nA5AZ8CEyow ; BLIP-2 https://proceedings.mlr.press/v202/li23q.html ; active feature acquisition https://proceedings.mlr.press/v267/guney25a.html ; SWE-agent https://proceedings.neurips.cc/paper_files/paper/2024/hash/5a7c947568c1b1328ccc5230172e1e7c-Abstract-Conference.html . Reference images are not included in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CUB validation, seed 60, 594 examples. Offline automatic-response replay. Source: results/main/cub_seed60_budget_grid/frontier.csv. Not test or latency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CUB validation, seeds 60/61/62/63; the same 594 images recur. Error bars: sample SD across seeds. Offline replay, not runtime. Five original series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Retrospective equal-expected-declared-cost comparison against mixtures of adjacent fitted-static budgets. Repeated validation images. Error bars: sample SD across four seeds. X axis is maximum concept-group budget K, not measured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illustration, not empirical performance. Independent symmetric flips and a Bayes head. v is a risk penalty, not milliseconds. Static pair purchase and pair-aware adaptive acquisition have equal Bayes performance in this construction. Source: sections/appendix.tex.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3fbc1454f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5fc7d17fd4b59" /><Relationship Type="http://schemas.openxmlformats.org/officeDocument/2006/relationships/slideLayout" Target="/ppt/slideLayouts/slideLayout1.xml" Id="R00e6ae5ddadf4f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e6ae5ddadf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e99903f6c4a17" /><Relationship Type="http://schemas.openxmlformats.org/officeDocument/2006/relationships/notesSlide" Target="/ppt/notesSlides/notesSlide1.xml" Id="R272710c21164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c50b46f1d47d8" /><Relationship Type="http://schemas.openxmlformats.org/officeDocument/2006/relationships/notesSlide" Target="/ppt/notesSlides/notesSlide2.xml" Id="Rfb8f65efca9d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44d1550d24528" /><Relationship Type="http://schemas.openxmlformats.org/officeDocument/2006/relationships/notesSlide" Target="/ppt/notesSlides/notesSlide3.xml" Id="R727b8b24f3e542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67456dde24aed" /><Relationship Type="http://schemas.openxmlformats.org/officeDocument/2006/relationships/notesSlide" Target="/ppt/notesSlides/notesSlide4.xml" Id="R741e55fc117d4e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acf2729584750" /><Relationship Type="http://schemas.openxmlformats.org/officeDocument/2006/relationships/notesSlide" Target="/ppt/notesSlides/notesSlide5.xml" Id="Radb0485614db42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ext-1">
            <a:extLst xmlns:a="http://schemas.openxmlformats.org/drawingml/2006/main">
              <a:ext uri="{FF2B5EF4-FFF2-40B4-BE49-F238E27FC236}">
                <a16:creationId xmlns:a16="http://schemas.microsoft.com/office/drawing/2014/main" id="{464AD27C-CFD0-4E6B-B9E3-1FD58033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8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(a) Measurement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43CF4C9-4672-428E-9053-B373018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100"/>
            <a:ext cx="2924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(b) Adaptive acquisition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DF5124-B4A3-4F4A-92C8-754ED74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(c) Prediction</a:t>
            </a:r>
          </a:p>
        </p:txBody>
      </p:sp>
      <p:sp>
        <p:nvSpPr>
          <p:cNvPr id="4" name="panel-4">
            <a:extLst xmlns:a="http://schemas.openxmlformats.org/drawingml/2006/main">
              <a:ext uri="{FF2B5EF4-FFF2-40B4-BE49-F238E27FC236}">
                <a16:creationId xmlns:a16="http://schemas.microsoft.com/office/drawing/2014/main" id="{F3466BAE-3FD2-40B2-85A3-71573514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3850"/>
            <a:ext cx="1657350" cy="2181225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nel-5">
            <a:extLst xmlns:a="http://schemas.openxmlformats.org/drawingml/2006/main">
              <a:ext uri="{FF2B5EF4-FFF2-40B4-BE49-F238E27FC236}">
                <a16:creationId xmlns:a16="http://schemas.microsoft.com/office/drawing/2014/main" id="{319D497D-6F98-4262-BFD4-D121DB1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3850"/>
            <a:ext cx="2924175" cy="2181225"/>
          </a:xfrm>
          <a:prstGeom xmlns:a="http://schemas.openxmlformats.org/drawingml/2006/main" prst="roundRect">
            <a:avLst>
              <a:gd name="adj" fmla="val 305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nel-6">
            <a:extLst xmlns:a="http://schemas.openxmlformats.org/drawingml/2006/main">
              <a:ext uri="{FF2B5EF4-FFF2-40B4-BE49-F238E27FC236}">
                <a16:creationId xmlns:a16="http://schemas.microsoft.com/office/drawing/2014/main" id="{680DB58A-692D-4CC6-BE88-49E67D4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3850"/>
            <a:ext cx="1428750" cy="2181225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put-image-7">
            <a:extLst xmlns:a="http://schemas.openxmlformats.org/drawingml/2006/main">
              <a:ext uri="{FF2B5EF4-FFF2-40B4-BE49-F238E27FC236}">
                <a16:creationId xmlns:a16="http://schemas.microsoft.com/office/drawing/2014/main" id="{E5B0C379-874D-4554-88BC-E582CF64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"/>
            <a:ext cx="4857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8" name="input-sun-8">
            <a:extLst xmlns:a="http://schemas.openxmlformats.org/drawingml/2006/main">
              <a:ext uri="{FF2B5EF4-FFF2-40B4-BE49-F238E27FC236}">
                <a16:creationId xmlns:a16="http://schemas.microsoft.com/office/drawing/2014/main" id="{2260EACA-14F3-4C26-899E-D999B25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4763">
            <a:solidFill>
              <a:srgbClr val="0072B2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C3EF5F5A-DBED-4C63-81C0-015270A3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28625" cy="152400"/>
          </a:xfrm>
          <a:custGeom xmlns:a="http://schemas.openxmlformats.org/drawingml/2006/main">
            <a:pathLst>
              <a:path w="428625" h="152400">
                <a:moveTo>
                  <a:pt x="0" y="152400"/>
                </a:moveTo>
                <a:lnTo>
                  <a:pt x="123825" y="0"/>
                </a:lnTo>
                <a:lnTo>
                  <a:pt x="219075" y="104775"/>
                </a:lnTo>
                <a:lnTo>
                  <a:pt x="285750" y="47625"/>
                </a:lnTo>
                <a:lnTo>
                  <a:pt x="428625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A82D65E-C1E3-42A8-9511-2F3425E4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239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Raw input x</a:t>
            </a:r>
          </a:p>
        </p:txBody>
      </p:sp>
      <p:sp>
        <p:nvSpPr>
          <p:cNvPr id="11" name="flow-11">
            <a:extLst xmlns:a="http://schemas.openxmlformats.org/drawingml/2006/main">
              <a:ext uri="{FF2B5EF4-FFF2-40B4-BE49-F238E27FC236}">
                <a16:creationId xmlns:a16="http://schemas.microsoft.com/office/drawing/2014/main" id="{30D094BB-8305-45FB-984C-7A523F8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049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2" name="arrowhead-12">
            <a:extLst xmlns:a="http://schemas.openxmlformats.org/drawingml/2006/main">
              <a:ext uri="{FF2B5EF4-FFF2-40B4-BE49-F238E27FC236}">
                <a16:creationId xmlns:a16="http://schemas.microsoft.com/office/drawing/2014/main" id="{E6FEB887-7426-438B-8991-040B2CC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12096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3" name="responder-model">
            <a:extLst xmlns:a="http://schemas.openxmlformats.org/drawingml/2006/main">
              <a:ext uri="{FF2B5EF4-FFF2-40B4-BE49-F238E27FC236}">
                <a16:creationId xmlns:a16="http://schemas.microsoft.com/office/drawing/2014/main" id="{E8280C1E-96BE-4541-BAF3-1C22034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66825"/>
            <a:ext cx="1152525" cy="542925"/>
          </a:xfrm>
          <a:custGeom xmlns:a="http://schemas.openxmlformats.org/drawingml/2006/main">
            <a:pathLst>
              <a:path w="1152525" h="542925">
                <a:moveTo>
                  <a:pt x="0" y="0"/>
                </a:moveTo>
                <a:lnTo>
                  <a:pt x="1152525" y="95250"/>
                </a:lnTo>
                <a:lnTo>
                  <a:pt x="1152525" y="447675"/>
                </a:lnTo>
                <a:lnTo>
                  <a:pt x="0" y="542925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5730251-21A5-42BC-A1FA-E1963561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6207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12D8CD7-1D03-4BFE-AA64-561364C8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9067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R(x, A)</a:t>
            </a:r>
          </a:p>
        </p:txBody>
      </p:sp>
      <p:sp>
        <p:nvSpPr>
          <p:cNvPr id="16" name="flow-15">
            <a:extLst xmlns:a="http://schemas.openxmlformats.org/drawingml/2006/main">
              <a:ext uri="{FF2B5EF4-FFF2-40B4-BE49-F238E27FC236}">
                <a16:creationId xmlns:a16="http://schemas.microsoft.com/office/drawing/2014/main" id="{4ABC414A-A783-4168-B466-1B58B81B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7" name="arrowhead-16">
            <a:extLst xmlns:a="http://schemas.openxmlformats.org/drawingml/2006/main">
              <a:ext uri="{FF2B5EF4-FFF2-40B4-BE49-F238E27FC236}">
                <a16:creationId xmlns:a16="http://schemas.microsoft.com/office/drawing/2014/main" id="{4C6E1278-81EB-4EB3-93FB-87AE5D69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195262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B73CD81-4EFC-4858-8F4C-3E6A6351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209800"/>
            <a:ext cx="1400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Typed observations</a:t>
            </a:r>
          </a:p>
        </p:txBody>
      </p:sp>
      <p:sp>
        <p:nvSpPr>
          <p:cNvPr id="19" name="panel-18">
            <a:extLst xmlns:a="http://schemas.openxmlformats.org/drawingml/2006/main">
              <a:ext uri="{FF2B5EF4-FFF2-40B4-BE49-F238E27FC236}">
                <a16:creationId xmlns:a16="http://schemas.microsoft.com/office/drawing/2014/main" id="{EF84EA8E-071B-4806-B973-EE79C91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EFB6167-E319-4E4C-8BEE-815A3BB4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1" name="panel-20">
            <a:extLst xmlns:a="http://schemas.openxmlformats.org/drawingml/2006/main">
              <a:ext uri="{FF2B5EF4-FFF2-40B4-BE49-F238E27FC236}">
                <a16:creationId xmlns:a16="http://schemas.microsoft.com/office/drawing/2014/main" id="{D7240CBC-8268-4E15-ACBE-773C49C5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CAE34E6-44FF-46C5-8E1D-AAA49F0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3" name="panel-22">
            <a:extLst xmlns:a="http://schemas.openxmlformats.org/drawingml/2006/main">
              <a:ext uri="{FF2B5EF4-FFF2-40B4-BE49-F238E27FC236}">
                <a16:creationId xmlns:a16="http://schemas.microsoft.com/office/drawing/2014/main" id="{9347EC6E-E7D4-4015-AC25-74437F1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4B50B05-E8CE-4C10-8D58-641CA68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5" name="flow-24">
            <a:extLst xmlns:a="http://schemas.openxmlformats.org/drawingml/2006/main">
              <a:ext uri="{FF2B5EF4-FFF2-40B4-BE49-F238E27FC236}">
                <a16:creationId xmlns:a16="http://schemas.microsoft.com/office/drawing/2014/main" id="{0722BF16-88FB-4F2D-AA51-75D6A99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47725"/>
            <a:ext cx="457200" cy="1257300"/>
          </a:xfrm>
          <a:custGeom xmlns:a="http://schemas.openxmlformats.org/drawingml/2006/main">
            <a:pathLst>
              <a:path w="457200" h="1257300">
                <a:moveTo>
                  <a:pt x="0" y="1257300"/>
                </a:moveTo>
                <a:lnTo>
                  <a:pt x="228600" y="1257300"/>
                </a:lnTo>
                <a:lnTo>
                  <a:pt x="228600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6" name="arrowhead-25">
            <a:extLst xmlns:a="http://schemas.openxmlformats.org/drawingml/2006/main">
              <a:ext uri="{FF2B5EF4-FFF2-40B4-BE49-F238E27FC236}">
                <a16:creationId xmlns:a16="http://schemas.microsoft.com/office/drawing/2014/main" id="{90746E77-A5F1-483B-A191-89A5215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229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27" name="panel-26">
            <a:extLst xmlns:a="http://schemas.openxmlformats.org/drawingml/2006/main">
              <a:ext uri="{FF2B5EF4-FFF2-40B4-BE49-F238E27FC236}">
                <a16:creationId xmlns:a16="http://schemas.microsoft.com/office/drawing/2014/main" id="{35D63E7B-F6FE-44C4-84A1-9DA3D5C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"/>
            <a:ext cx="262890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BD96B410-1940-4BEF-9115-5B660FC1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Acquired concept evidence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41FD935-4372-4F0E-A73C-C27B5141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6200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IDs · values · statuses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E146E5D-80E5-443D-8946-03BE554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971550"/>
            <a:ext cx="733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Group mask</a:t>
            </a:r>
          </a:p>
        </p:txBody>
      </p:sp>
      <p:sp>
        <p:nvSpPr>
          <p:cNvPr id="31" name="group-token-30">
            <a:extLst xmlns:a="http://schemas.openxmlformats.org/drawingml/2006/main">
              <a:ext uri="{FF2B5EF4-FFF2-40B4-BE49-F238E27FC236}">
                <a16:creationId xmlns:a16="http://schemas.microsoft.com/office/drawing/2014/main" id="{940C9F9C-C2E4-4045-BF83-DCABF84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32" name="group-token-31">
            <a:extLst xmlns:a="http://schemas.openxmlformats.org/drawingml/2006/main">
              <a:ext uri="{FF2B5EF4-FFF2-40B4-BE49-F238E27FC236}">
                <a16:creationId xmlns:a16="http://schemas.microsoft.com/office/drawing/2014/main" id="{6C638DDF-0709-465B-8900-BF4BCCB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3" name="group-token-32">
            <a:extLst xmlns:a="http://schemas.openxmlformats.org/drawingml/2006/main">
              <a:ext uri="{FF2B5EF4-FFF2-40B4-BE49-F238E27FC236}">
                <a16:creationId xmlns:a16="http://schemas.microsoft.com/office/drawing/2014/main" id="{02A9D7FC-A82F-4AEC-AD18-3352767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34" name="group-token-33">
            <a:extLst xmlns:a="http://schemas.openxmlformats.org/drawingml/2006/main">
              <a:ext uri="{FF2B5EF4-FFF2-40B4-BE49-F238E27FC236}">
                <a16:creationId xmlns:a16="http://schemas.microsoft.com/office/drawing/2014/main" id="{838EA099-E552-498F-8048-53F5D4F0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5" name="group-token-34">
            <a:extLst xmlns:a="http://schemas.openxmlformats.org/drawingml/2006/main">
              <a:ext uri="{FF2B5EF4-FFF2-40B4-BE49-F238E27FC236}">
                <a16:creationId xmlns:a16="http://schemas.microsoft.com/office/drawing/2014/main" id="{3F935FB9-7BBA-49C3-8087-4033E78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088DA87-FA91-49B1-BA0D-9FD66B8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62025"/>
            <a:ext cx="962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37" name="flow-36">
            <a:extLst xmlns:a="http://schemas.openxmlformats.org/drawingml/2006/main">
              <a:ext uri="{FF2B5EF4-FFF2-40B4-BE49-F238E27FC236}">
                <a16:creationId xmlns:a16="http://schemas.microsoft.com/office/drawing/2014/main" id="{EE569731-1C4F-4D5F-817D-3B3BDE6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190625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38" name="arrowhead-37">
            <a:extLst xmlns:a="http://schemas.openxmlformats.org/drawingml/2006/main">
              <a:ext uri="{FF2B5EF4-FFF2-40B4-BE49-F238E27FC236}">
                <a16:creationId xmlns:a16="http://schemas.microsoft.com/office/drawing/2014/main" id="{81A848A6-A827-403F-ACA9-145B3D0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134302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39" name="flow-38">
            <a:extLst xmlns:a="http://schemas.openxmlformats.org/drawingml/2006/main">
              <a:ext uri="{FF2B5EF4-FFF2-40B4-BE49-F238E27FC236}">
                <a16:creationId xmlns:a16="http://schemas.microsoft.com/office/drawing/2014/main" id="{FC959730-50C9-4B72-8B59-33EFB912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190625"/>
            <a:ext cx="95" cy="219075"/>
          </a:xfrm>
          <a:custGeom xmlns:a="http://schemas.openxmlformats.org/drawingml/2006/main"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40" name="arrowhead-39">
            <a:extLst xmlns:a="http://schemas.openxmlformats.org/drawingml/2006/main">
              <a:ext uri="{FF2B5EF4-FFF2-40B4-BE49-F238E27FC236}">
                <a16:creationId xmlns:a16="http://schemas.microsoft.com/office/drawing/2014/main" id="{FAEAEC78-5BA7-4729-B481-167BE853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60" y="13620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5D36DBAE-3B87-42D5-8C5E-58D38E92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620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Legal actions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40402333-ED45-4B1E-8ED7-A241DD8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906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Singleton</a:t>
            </a:r>
          </a:p>
        </p:txBody>
      </p:sp>
      <p:sp>
        <p:nvSpPr>
          <p:cNvPr id="43" name="group-token-42">
            <a:extLst xmlns:a="http://schemas.openxmlformats.org/drawingml/2006/main">
              <a:ext uri="{FF2B5EF4-FFF2-40B4-BE49-F238E27FC236}">
                <a16:creationId xmlns:a16="http://schemas.microsoft.com/office/drawing/2014/main" id="{890BD578-9526-4C5B-9AA4-FF16E5F6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4" name="group-token-43">
            <a:extLst xmlns:a="http://schemas.openxmlformats.org/drawingml/2006/main">
              <a:ext uri="{FF2B5EF4-FFF2-40B4-BE49-F238E27FC236}">
                <a16:creationId xmlns:a16="http://schemas.microsoft.com/office/drawing/2014/main" id="{92E9A7B5-7B7F-4430-9F86-20B29EEE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45" name="group-token-44">
            <a:extLst xmlns:a="http://schemas.openxmlformats.org/drawingml/2006/main">
              <a:ext uri="{FF2B5EF4-FFF2-40B4-BE49-F238E27FC236}">
                <a16:creationId xmlns:a16="http://schemas.microsoft.com/office/drawing/2014/main" id="{3E52CA1D-09A3-41F6-925B-63E4216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6" name="group-token-45">
            <a:extLst xmlns:a="http://schemas.openxmlformats.org/drawingml/2006/main">
              <a:ext uri="{FF2B5EF4-FFF2-40B4-BE49-F238E27FC236}">
                <a16:creationId xmlns:a16="http://schemas.microsoft.com/office/drawing/2014/main" id="{4E603833-3B49-439E-92FB-972D6AF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7" name="group-token-46">
            <a:extLst xmlns:a="http://schemas.openxmlformats.org/drawingml/2006/main">
              <a:ext uri="{FF2B5EF4-FFF2-40B4-BE49-F238E27FC236}">
                <a16:creationId xmlns:a16="http://schemas.microsoft.com/office/drawing/2014/main" id="{70F4FE55-DE42-45EC-B769-B7C53DA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C94AD940-B258-49FB-B23E-50262983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811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Pair</a:t>
            </a:r>
          </a:p>
        </p:txBody>
      </p:sp>
      <p:sp>
        <p:nvSpPr>
          <p:cNvPr id="49" name="group-token-48">
            <a:extLst xmlns:a="http://schemas.openxmlformats.org/drawingml/2006/main">
              <a:ext uri="{FF2B5EF4-FFF2-40B4-BE49-F238E27FC236}">
                <a16:creationId xmlns:a16="http://schemas.microsoft.com/office/drawing/2014/main" id="{D09C7F0F-4F9D-4063-8217-3331709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0" name="group-token-49">
            <a:extLst xmlns:a="http://schemas.openxmlformats.org/drawingml/2006/main">
              <a:ext uri="{FF2B5EF4-FFF2-40B4-BE49-F238E27FC236}">
                <a16:creationId xmlns:a16="http://schemas.microsoft.com/office/drawing/2014/main" id="{81E040CB-FFBF-419E-8FB9-AFF8510E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1" name="group-token-50">
            <a:extLst xmlns:a="http://schemas.openxmlformats.org/drawingml/2006/main">
              <a:ext uri="{FF2B5EF4-FFF2-40B4-BE49-F238E27FC236}">
                <a16:creationId xmlns:a16="http://schemas.microsoft.com/office/drawing/2014/main" id="{B3716789-ECDB-4EC6-80A6-81907FD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2" name="group-token-51">
            <a:extLst xmlns:a="http://schemas.openxmlformats.org/drawingml/2006/main">
              <a:ext uri="{FF2B5EF4-FFF2-40B4-BE49-F238E27FC236}">
                <a16:creationId xmlns:a16="http://schemas.microsoft.com/office/drawing/2014/main" id="{379FAF69-9BA8-489A-BA0E-3399DFD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3" name="group-token-52">
            <a:extLst xmlns:a="http://schemas.openxmlformats.org/drawingml/2006/main">
              <a:ext uri="{FF2B5EF4-FFF2-40B4-BE49-F238E27FC236}">
                <a16:creationId xmlns:a16="http://schemas.microsoft.com/office/drawing/2014/main" id="{6373C320-5332-422D-B772-482E002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864D7ABC-D7AE-4317-8DA0-1DB65151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716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All remaining</a:t>
            </a:r>
          </a:p>
        </p:txBody>
      </p:sp>
      <p:sp>
        <p:nvSpPr>
          <p:cNvPr id="55" name="group-token-54">
            <a:extLst xmlns:a="http://schemas.openxmlformats.org/drawingml/2006/main">
              <a:ext uri="{FF2B5EF4-FFF2-40B4-BE49-F238E27FC236}">
                <a16:creationId xmlns:a16="http://schemas.microsoft.com/office/drawing/2014/main" id="{A135AB48-404F-437C-99FA-FE40678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6" name="group-token-55">
            <a:extLst xmlns:a="http://schemas.openxmlformats.org/drawingml/2006/main">
              <a:ext uri="{FF2B5EF4-FFF2-40B4-BE49-F238E27FC236}">
                <a16:creationId xmlns:a16="http://schemas.microsoft.com/office/drawing/2014/main" id="{F1D4B815-456A-4A98-815E-81A636FF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7" name="group-token-56">
            <a:extLst xmlns:a="http://schemas.openxmlformats.org/drawingml/2006/main">
              <a:ext uri="{FF2B5EF4-FFF2-40B4-BE49-F238E27FC236}">
                <a16:creationId xmlns:a16="http://schemas.microsoft.com/office/drawing/2014/main" id="{F3124D49-8398-4378-8C90-935CA95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8" name="group-token-57">
            <a:extLst xmlns:a="http://schemas.openxmlformats.org/drawingml/2006/main">
              <a:ext uri="{FF2B5EF4-FFF2-40B4-BE49-F238E27FC236}">
                <a16:creationId xmlns:a16="http://schemas.microsoft.com/office/drawing/2014/main" id="{5E65D40A-7F9D-4B58-AD50-D69C70E4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9" name="group-token-58">
            <a:extLst xmlns:a="http://schemas.openxmlformats.org/drawingml/2006/main">
              <a:ext uri="{FF2B5EF4-FFF2-40B4-BE49-F238E27FC236}">
                <a16:creationId xmlns:a16="http://schemas.microsoft.com/office/drawing/2014/main" id="{D8A3E02F-BBA1-4F75-A999-B11B6D87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6D0B829D-A0C1-4C06-A98B-53BC7D2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621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1" name="group-token-60">
            <a:extLst xmlns:a="http://schemas.openxmlformats.org/drawingml/2006/main">
              <a:ext uri="{FF2B5EF4-FFF2-40B4-BE49-F238E27FC236}">
                <a16:creationId xmlns:a16="http://schemas.microsoft.com/office/drawing/2014/main" id="{5BF6519E-1644-4A36-B8BB-74412728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2" name="group-token-61">
            <a:extLst xmlns:a="http://schemas.openxmlformats.org/drawingml/2006/main">
              <a:ext uri="{FF2B5EF4-FFF2-40B4-BE49-F238E27FC236}">
                <a16:creationId xmlns:a16="http://schemas.microsoft.com/office/drawing/2014/main" id="{9405E959-04B1-4C56-9E5E-5F74629E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3" name="group-token-62">
            <a:extLst xmlns:a="http://schemas.openxmlformats.org/drawingml/2006/main">
              <a:ext uri="{FF2B5EF4-FFF2-40B4-BE49-F238E27FC236}">
                <a16:creationId xmlns:a16="http://schemas.microsoft.com/office/drawing/2014/main" id="{6D436217-9E69-4100-A346-AC72C05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4" name="group-token-63">
            <a:extLst xmlns:a="http://schemas.openxmlformats.org/drawingml/2006/main">
              <a:ext uri="{FF2B5EF4-FFF2-40B4-BE49-F238E27FC236}">
                <a16:creationId xmlns:a16="http://schemas.microsoft.com/office/drawing/2014/main" id="{86F8EA0E-0EFF-44E4-B404-28BD97B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5" name="group-token-64">
            <a:extLst xmlns:a="http://schemas.openxmlformats.org/drawingml/2006/main">
              <a:ext uri="{FF2B5EF4-FFF2-40B4-BE49-F238E27FC236}">
                <a16:creationId xmlns:a16="http://schemas.microsoft.com/office/drawing/2014/main" id="{26D186A7-A1BA-49E6-B48D-01C08A7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6" name="text-65">
            <a:extLst xmlns:a="http://schemas.openxmlformats.org/drawingml/2006/main">
              <a:ext uri="{FF2B5EF4-FFF2-40B4-BE49-F238E27FC236}">
                <a16:creationId xmlns:a16="http://schemas.microsoft.com/office/drawing/2014/main" id="{CB83B796-B7A1-4333-B624-6E3CF432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526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unqueried groups</a:t>
            </a:r>
          </a:p>
        </p:txBody>
      </p:sp>
      <p:sp>
        <p:nvSpPr>
          <p:cNvPr id="67" name="panel-66">
            <a:extLst xmlns:a="http://schemas.openxmlformats.org/drawingml/2006/main">
              <a:ext uri="{FF2B5EF4-FFF2-40B4-BE49-F238E27FC236}">
                <a16:creationId xmlns:a16="http://schemas.microsoft.com/office/drawing/2014/main" id="{D35672A5-8778-4773-9BF7-8C6591C9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19225"/>
            <a:ext cx="13239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A5DC7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FD3CC8B2-39F1-4E69-9DD3-F53B78D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57325"/>
            <a:ext cx="1209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Action scoring</a:t>
            </a:r>
          </a:p>
        </p:txBody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8F710ED3-CF23-4EE5-BA40-AFBA9EA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1247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Post-acquisition risk</a:t>
            </a:r>
          </a:p>
        </p:txBody>
      </p:sp>
      <p:sp>
        <p:nvSpPr>
          <p:cNvPr id="70" name="text-69">
            <a:extLst xmlns:a="http://schemas.openxmlformats.org/drawingml/2006/main">
              <a:ext uri="{FF2B5EF4-FFF2-40B4-BE49-F238E27FC236}">
                <a16:creationId xmlns:a16="http://schemas.microsoft.com/office/drawing/2014/main" id="{2FB7B2E1-F99E-4BEF-9FCE-C635762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573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or signed loss reduction</a:t>
            </a:r>
          </a:p>
        </p:txBody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A79CF608-0298-43B0-9136-0C0C155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81150"/>
            <a:ext cx="47625" cy="723900"/>
          </a:xfrm>
          <a:custGeom xmlns:a="http://schemas.openxmlformats.org/drawingml/2006/main">
            <a:pathLst>
              <a:path w="47625" h="723900">
                <a:moveTo>
                  <a:pt x="0" y="0"/>
                </a:moveTo>
                <a:lnTo>
                  <a:pt x="47625" y="0"/>
                </a:lnTo>
                <a:lnTo>
                  <a:pt x="47625" y="723900"/>
                </a:ln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A5DC7"/>
            </a:solidFill>
            <a:prstDash val="solid"/>
          </a:ln>
        </p:spPr>
      </p:sp>
      <p:sp>
        <p:nvSpPr>
          <p:cNvPr id="72" name="flow-71">
            <a:extLst xmlns:a="http://schemas.openxmlformats.org/drawingml/2006/main">
              <a:ext uri="{FF2B5EF4-FFF2-40B4-BE49-F238E27FC236}">
                <a16:creationId xmlns:a16="http://schemas.microsoft.com/office/drawing/2014/main" id="{EC3AF0B6-104F-450A-8B72-B958913F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73" name="arrowhead-72">
            <a:extLst xmlns:a="http://schemas.openxmlformats.org/drawingml/2006/main">
              <a:ext uri="{FF2B5EF4-FFF2-40B4-BE49-F238E27FC236}">
                <a16:creationId xmlns:a16="http://schemas.microsoft.com/office/drawing/2014/main" id="{920BBC04-3C5C-4563-8CC1-A82B79E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6118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74" name="panel-73">
            <a:extLst xmlns:a="http://schemas.openxmlformats.org/drawingml/2006/main">
              <a:ext uri="{FF2B5EF4-FFF2-40B4-BE49-F238E27FC236}">
                <a16:creationId xmlns:a16="http://schemas.microsoft.com/office/drawing/2014/main" id="{357E1B2D-75B7-4700-98CD-6CA60AD5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13239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7A5D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9DFF8DF3-F4FE-4309-8EA6-5CB33A4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05025"/>
            <a:ext cx="1247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Acquire or STOP</a:t>
            </a:r>
          </a:p>
        </p:txBody>
      </p:sp>
      <p:sp>
        <p:nvSpPr>
          <p:cNvPr id="76" name="text-75">
            <a:extLst xmlns:a="http://schemas.openxmlformats.org/drawingml/2006/main">
              <a:ext uri="{FF2B5EF4-FFF2-40B4-BE49-F238E27FC236}">
                <a16:creationId xmlns:a16="http://schemas.microsoft.com/office/drawing/2014/main" id="{D8DF9652-4EF5-4E0C-A500-3F5D587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95525"/>
            <a:ext cx="1152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declared budget</a:t>
            </a:r>
          </a:p>
        </p:txBody>
      </p:sp>
      <p:sp>
        <p:nvSpPr>
          <p:cNvPr id="77" name="flow-76">
            <a:extLst xmlns:a="http://schemas.openxmlformats.org/drawingml/2006/main">
              <a:ext uri="{FF2B5EF4-FFF2-40B4-BE49-F238E27FC236}">
                <a16:creationId xmlns:a16="http://schemas.microsoft.com/office/drawing/2014/main" id="{38F73C70-5672-4551-8C3B-C4F7528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78" name="arrowhead-77">
            <a:extLst xmlns:a="http://schemas.openxmlformats.org/drawingml/2006/main">
              <a:ext uri="{FF2B5EF4-FFF2-40B4-BE49-F238E27FC236}">
                <a16:creationId xmlns:a16="http://schemas.microsoft.com/office/drawing/2014/main" id="{3048E3FB-8E42-498B-95A1-8892989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735" y="2038350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79" name="panel-78">
            <a:extLst xmlns:a="http://schemas.openxmlformats.org/drawingml/2006/main">
              <a:ext uri="{FF2B5EF4-FFF2-40B4-BE49-F238E27FC236}">
                <a16:creationId xmlns:a16="http://schemas.microsoft.com/office/drawing/2014/main" id="{C7F7E7D6-E0DD-42EC-8BC8-7B4BED8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"/>
            <a:ext cx="1104900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80" name="text-79">
            <a:extLst xmlns:a="http://schemas.openxmlformats.org/drawingml/2006/main">
              <a:ext uri="{FF2B5EF4-FFF2-40B4-BE49-F238E27FC236}">
                <a16:creationId xmlns:a16="http://schemas.microsoft.com/office/drawing/2014/main" id="{6DC91F74-EA0F-490B-BCC9-365BB40F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286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Task head</a:t>
            </a:r>
          </a:p>
        </p:txBody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FF8CBA19-1555-4ED0-B659-7AE9C7A2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14400"/>
            <a:ext cx="338138" cy="31432"/>
          </a:xfrm>
          <a:custGeom xmlns:a="http://schemas.openxmlformats.org/drawingml/2006/main">
            <a:pathLst>
              <a:path w="338138" h="31432">
                <a:moveTo>
                  <a:pt x="0" y="0"/>
                </a:moveTo>
                <a:lnTo>
                  <a:pt x="338138" y="31432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A8D3292C-C54B-4F4C-966F-9237D22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14400"/>
            <a:ext cx="338138" cy="178118"/>
          </a:xfrm>
          <a:custGeom xmlns:a="http://schemas.openxmlformats.org/drawingml/2006/main">
            <a:pathLst>
              <a:path w="338138" h="178118">
                <a:moveTo>
                  <a:pt x="0" y="0"/>
                </a:moveTo>
                <a:lnTo>
                  <a:pt x="338138" y="178118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D53198F7-D597-4597-9A42-35F345B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45833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73343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4" name="path-83">
            <a:extLst xmlns:a="http://schemas.openxmlformats.org/drawingml/2006/main">
              <a:ext uri="{FF2B5EF4-FFF2-40B4-BE49-F238E27FC236}">
                <a16:creationId xmlns:a16="http://schemas.microsoft.com/office/drawing/2014/main" id="{D58C2B83-1CCC-40CF-9E21-268AA06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19175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0"/>
                </a:moveTo>
                <a:lnTo>
                  <a:pt x="338138" y="73343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5" name="path-84">
            <a:extLst xmlns:a="http://schemas.openxmlformats.org/drawingml/2006/main">
              <a:ext uri="{FF2B5EF4-FFF2-40B4-BE49-F238E27FC236}">
                <a16:creationId xmlns:a16="http://schemas.microsoft.com/office/drawing/2014/main" id="{1B42C928-D67D-4444-B126-C8C670CB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45833"/>
            <a:ext cx="338138" cy="178118"/>
          </a:xfrm>
          <a:custGeom xmlns:a="http://schemas.openxmlformats.org/drawingml/2006/main">
            <a:pathLst>
              <a:path w="338138" h="178118">
                <a:moveTo>
                  <a:pt x="0" y="178118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BADF5AC7-D39B-4C7F-BA42-86CBDB9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92518"/>
            <a:ext cx="338138" cy="31432"/>
          </a:xfrm>
          <a:custGeom xmlns:a="http://schemas.openxmlformats.org/drawingml/2006/main">
            <a:pathLst>
              <a:path w="338138" h="31432">
                <a:moveTo>
                  <a:pt x="0" y="31432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0E4E1047-D7F0-4582-98D7-C2CB508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088" y="945833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0"/>
                </a:moveTo>
                <a:lnTo>
                  <a:pt x="338138" y="73343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CE8B408F-14B3-4964-B845-0E2DFAEB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088" y="1019175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73343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9" name="model-node-88">
            <a:extLst xmlns:a="http://schemas.openxmlformats.org/drawingml/2006/main">
              <a:ext uri="{FF2B5EF4-FFF2-40B4-BE49-F238E27FC236}">
                <a16:creationId xmlns:a16="http://schemas.microsoft.com/office/drawing/2014/main" id="{8CA309A5-2D14-41DF-B3BF-AA88859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85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0" name="model-node-89">
            <a:extLst xmlns:a="http://schemas.openxmlformats.org/drawingml/2006/main">
              <a:ext uri="{FF2B5EF4-FFF2-40B4-BE49-F238E27FC236}">
                <a16:creationId xmlns:a16="http://schemas.microsoft.com/office/drawing/2014/main" id="{A5971164-47AD-4E1A-8F9B-9C7A5DDF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9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1" name="model-node-90">
            <a:extLst xmlns:a="http://schemas.openxmlformats.org/drawingml/2006/main">
              <a:ext uri="{FF2B5EF4-FFF2-40B4-BE49-F238E27FC236}">
                <a16:creationId xmlns:a16="http://schemas.microsoft.com/office/drawing/2014/main" id="{E738DD43-88F6-4149-B8A1-1DFA6EB5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95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2" name="model-node-91">
            <a:extLst xmlns:a="http://schemas.openxmlformats.org/drawingml/2006/main">
              <a:ext uri="{FF2B5EF4-FFF2-40B4-BE49-F238E27FC236}">
                <a16:creationId xmlns:a16="http://schemas.microsoft.com/office/drawing/2014/main" id="{2700F047-0643-4860-BE39-077A7C23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9172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3" name="model-node-92">
            <a:extLst xmlns:a="http://schemas.openxmlformats.org/drawingml/2006/main">
              <a:ext uri="{FF2B5EF4-FFF2-40B4-BE49-F238E27FC236}">
                <a16:creationId xmlns:a16="http://schemas.microsoft.com/office/drawing/2014/main" id="{71E25CDC-F03F-4ADF-9CC9-D4B52A7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106394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4" name="model-node-93">
            <a:extLst xmlns:a="http://schemas.openxmlformats.org/drawingml/2006/main">
              <a:ext uri="{FF2B5EF4-FFF2-40B4-BE49-F238E27FC236}">
                <a16:creationId xmlns:a16="http://schemas.microsoft.com/office/drawing/2014/main" id="{05240123-A39F-43A3-8195-6284636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9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0588C2A4-8645-4761-8AA9-4BE163D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09675"/>
            <a:ext cx="95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fθ(H̄)</a:t>
            </a:r>
          </a:p>
        </p:txBody>
      </p:sp>
      <p:sp>
        <p:nvSpPr>
          <p:cNvPr id="96" name="flow-95">
            <a:extLst xmlns:a="http://schemas.openxmlformats.org/drawingml/2006/main">
              <a:ext uri="{FF2B5EF4-FFF2-40B4-BE49-F238E27FC236}">
                <a16:creationId xmlns:a16="http://schemas.microsoft.com/office/drawing/2014/main" id="{ED2BE53E-1E23-4A21-87EF-9A0864C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47725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97" name="arrowhead-96">
            <a:extLst xmlns:a="http://schemas.openxmlformats.org/drawingml/2006/main">
              <a:ext uri="{FF2B5EF4-FFF2-40B4-BE49-F238E27FC236}">
                <a16:creationId xmlns:a16="http://schemas.microsoft.com/office/drawing/2014/main" id="{0BFEE3F8-B4EF-4121-945D-53EAA38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8229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98" name="flow-97">
            <a:extLst xmlns:a="http://schemas.openxmlformats.org/drawingml/2006/main">
              <a:ext uri="{FF2B5EF4-FFF2-40B4-BE49-F238E27FC236}">
                <a16:creationId xmlns:a16="http://schemas.microsoft.com/office/drawing/2014/main" id="{CBC27B9F-E797-4924-B3D7-E1042B3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19225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99" name="arrowhead-98">
            <a:extLst xmlns:a="http://schemas.openxmlformats.org/drawingml/2006/main">
              <a:ext uri="{FF2B5EF4-FFF2-40B4-BE49-F238E27FC236}">
                <a16:creationId xmlns:a16="http://schemas.microsoft.com/office/drawing/2014/main" id="{256C5E7D-C5D3-4826-82D8-259F11B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6287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100" name="stop-gate-99">
            <a:extLst xmlns:a="http://schemas.openxmlformats.org/drawingml/2006/main">
              <a:ext uri="{FF2B5EF4-FFF2-40B4-BE49-F238E27FC236}">
                <a16:creationId xmlns:a16="http://schemas.microsoft.com/office/drawing/2014/main" id="{AFD712DA-69CD-4552-B9EA-371872B9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859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101" name="flow-100">
            <a:extLst xmlns:a="http://schemas.openxmlformats.org/drawingml/2006/main">
              <a:ext uri="{FF2B5EF4-FFF2-40B4-BE49-F238E27FC236}">
                <a16:creationId xmlns:a16="http://schemas.microsoft.com/office/drawing/2014/main" id="{9DDD6A82-529C-48CA-9DB1-E3AB587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19275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102" name="arrowhead-101">
            <a:extLst xmlns:a="http://schemas.openxmlformats.org/drawingml/2006/main">
              <a:ext uri="{FF2B5EF4-FFF2-40B4-BE49-F238E27FC236}">
                <a16:creationId xmlns:a16="http://schemas.microsoft.com/office/drawing/2014/main" id="{AAA287A0-79A7-4660-91A0-E88C821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9716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4993FD84-033C-41E3-AFEE-B5DE397A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383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04" name="text-103">
            <a:extLst xmlns:a="http://schemas.openxmlformats.org/drawingml/2006/main">
              <a:ext uri="{FF2B5EF4-FFF2-40B4-BE49-F238E27FC236}">
                <a16:creationId xmlns:a16="http://schemas.microsoft.com/office/drawing/2014/main" id="{B51DCA35-379C-44E3-94C2-CCBE82F3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ŷ</a:t>
            </a:r>
          </a:p>
        </p:txBody>
      </p:sp>
      <p:sp>
        <p:nvSpPr>
          <p:cNvPr id="105" name="flow-104">
            <a:extLst xmlns:a="http://schemas.openxmlformats.org/drawingml/2006/main">
              <a:ext uri="{FF2B5EF4-FFF2-40B4-BE49-F238E27FC236}">
                <a16:creationId xmlns:a16="http://schemas.microsoft.com/office/drawing/2014/main" id="{7A85304C-0AE8-4A35-847A-3EBBBC1D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52600"/>
            <a:ext cx="933450" cy="533400"/>
          </a:xfrm>
          <a:custGeom xmlns:a="http://schemas.openxmlformats.org/drawingml/2006/main">
            <a:pathLst>
              <a:path w="933450" h="533400">
                <a:moveTo>
                  <a:pt x="0" y="533400"/>
                </a:moveTo>
                <a:lnTo>
                  <a:pt x="238125" y="533400"/>
                </a:lnTo>
                <a:lnTo>
                  <a:pt x="238125" y="0"/>
                </a:ln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106" name="arrowhead-105">
            <a:extLst xmlns:a="http://schemas.openxmlformats.org/drawingml/2006/main">
              <a:ext uri="{FF2B5EF4-FFF2-40B4-BE49-F238E27FC236}">
                <a16:creationId xmlns:a16="http://schemas.microsoft.com/office/drawing/2014/main" id="{7D5C2B4B-8294-444B-AAD3-544749F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2783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EE16A441-8C2E-4AE5-B8B8-7E7C400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543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108" name="flow-107">
            <a:extLst xmlns:a="http://schemas.openxmlformats.org/drawingml/2006/main">
              <a:ext uri="{FF2B5EF4-FFF2-40B4-BE49-F238E27FC236}">
                <a16:creationId xmlns:a16="http://schemas.microsoft.com/office/drawing/2014/main" id="{D5A9D6B6-33F1-4178-98AB-CCE6F75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43050"/>
            <a:ext cx="3829050" cy="1076325"/>
          </a:xfrm>
          <a:custGeom xmlns:a="http://schemas.openxmlformats.org/drawingml/2006/main">
            <a:pathLst>
              <a:path w="3829050" h="1076325">
                <a:moveTo>
                  <a:pt x="3829050" y="904875"/>
                </a:moveTo>
                <a:lnTo>
                  <a:pt x="3829050" y="1076325"/>
                </a:lnTo>
                <a:lnTo>
                  <a:pt x="0" y="1076325"/>
                </a:lnTo>
                <a:lnTo>
                  <a:pt x="0" y="0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2B2"/>
            </a:solidFill>
            <a:prstDash val="solid"/>
          </a:ln>
        </p:spPr>
      </p:sp>
      <p:sp>
        <p:nvSpPr>
          <p:cNvPr id="109" name="arrowhead-108">
            <a:extLst xmlns:a="http://schemas.openxmlformats.org/drawingml/2006/main">
              <a:ext uri="{FF2B5EF4-FFF2-40B4-BE49-F238E27FC236}">
                <a16:creationId xmlns:a16="http://schemas.microsoft.com/office/drawing/2014/main" id="{0D500623-96CE-4046-9207-C2210EEB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1828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10" name="panel-109">
            <a:extLst xmlns:a="http://schemas.openxmlformats.org/drawingml/2006/main">
              <a:ext uri="{FF2B5EF4-FFF2-40B4-BE49-F238E27FC236}">
                <a16:creationId xmlns:a16="http://schemas.microsoft.com/office/drawing/2014/main" id="{9737793F-227F-4733-B4BC-8F32E7AB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24125"/>
            <a:ext cx="1504950" cy="1905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ED3500F6-4A2F-4055-A932-6C55206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24125"/>
            <a:ext cx="1438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Acquire A; update evidence</a:t>
            </a:r>
          </a:p>
        </p:txBody>
      </p:sp>
      <p:sp>
        <p:nvSpPr>
          <p:cNvPr id="112" name="panel-111">
            <a:extLst xmlns:a="http://schemas.openxmlformats.org/drawingml/2006/main">
              <a:ext uri="{FF2B5EF4-FFF2-40B4-BE49-F238E27FC236}">
                <a16:creationId xmlns:a16="http://schemas.microsoft.com/office/drawing/2014/main" id="{2402A2DE-1B9C-4EEE-8A57-469D983B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800350"/>
            <a:ext cx="6296025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FDB3082F-42A3-47F0-B321-073713E5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0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3B60125B-F44B-4B44-B270-7D6FB2A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940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Public labels + cross-fitted responses</a:t>
            </a:r>
          </a:p>
        </p:txBody>
      </p:sp>
      <p:sp>
        <p:nvSpPr>
          <p:cNvPr id="115" name="flow-114">
            <a:extLst xmlns:a="http://schemas.openxmlformats.org/drawingml/2006/main">
              <a:ext uri="{FF2B5EF4-FFF2-40B4-BE49-F238E27FC236}">
                <a16:creationId xmlns:a16="http://schemas.microsoft.com/office/drawing/2014/main" id="{3FBA3120-E4B2-457C-8E2C-B427514E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051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E6E6E"/>
            </a:solidFill>
            <a:prstDash val="dash"/>
          </a:ln>
        </p:spPr>
      </p:sp>
      <p:sp>
        <p:nvSpPr>
          <p:cNvPr id="116" name="arrowhead-115">
            <a:extLst xmlns:a="http://schemas.openxmlformats.org/drawingml/2006/main">
              <a:ext uri="{FF2B5EF4-FFF2-40B4-BE49-F238E27FC236}">
                <a16:creationId xmlns:a16="http://schemas.microsoft.com/office/drawing/2014/main" id="{92FBBE78-24BC-4FCD-922C-0DA5FF3C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803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6E6E6E"/>
          </a:solidFill>
          <a:ln xmlns:a="http://schemas.openxmlformats.org/drawingml/2006/main" w="1905">
            <a:solidFill>
              <a:srgbClr val="6E6E6E"/>
            </a:solidFill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643ABA6D-DE5D-47B6-840D-3B264A81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19400"/>
            <a:ext cx="1819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Error / signed loss reduction</a:t>
            </a:r>
          </a:p>
        </p:txBody>
      </p:sp>
      <p:sp>
        <p:nvSpPr>
          <p:cNvPr id="118" name="flow-117">
            <a:extLst xmlns:a="http://schemas.openxmlformats.org/drawingml/2006/main">
              <a:ext uri="{FF2B5EF4-FFF2-40B4-BE49-F238E27FC236}">
                <a16:creationId xmlns:a16="http://schemas.microsoft.com/office/drawing/2014/main" id="{C238C0F1-52E5-4023-8F19-2B95A64E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051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E6E6E"/>
            </a:solidFill>
            <a:prstDash val="dash"/>
          </a:ln>
        </p:spPr>
      </p:sp>
      <p:sp>
        <p:nvSpPr>
          <p:cNvPr id="119" name="arrowhead-118">
            <a:extLst xmlns:a="http://schemas.openxmlformats.org/drawingml/2006/main">
              <a:ext uri="{FF2B5EF4-FFF2-40B4-BE49-F238E27FC236}">
                <a16:creationId xmlns:a16="http://schemas.microsoft.com/office/drawing/2014/main" id="{555BCA0F-FC6D-420A-B147-8195557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803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6E6E6E"/>
          </a:solidFill>
          <a:ln xmlns:a="http://schemas.openxmlformats.org/drawingml/2006/main" w="1905">
            <a:solidFill>
              <a:srgbClr val="6E6E6E"/>
            </a:solidFill>
          </a:ln>
        </p:spPr>
      </p:sp>
      <p:sp>
        <p:nvSpPr>
          <p:cNvPr id="120" name="text-119">
            <a:extLst xmlns:a="http://schemas.openxmlformats.org/drawingml/2006/main">
              <a:ext uri="{FF2B5EF4-FFF2-40B4-BE49-F238E27FC236}">
                <a16:creationId xmlns:a16="http://schemas.microsoft.com/office/drawing/2014/main" id="{DE1ACCEE-9DEF-42D6-A24F-978AB32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19400"/>
            <a:ext cx="923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 controller</a:t>
            </a:r>
          </a:p>
        </p:txBody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42788E53-B101-4709-99DB-46649C50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541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Declared cost controls acquisition; actual cost is logged externally.</a:t>
            </a:r>
          </a:p>
        </p:txBody>
      </p:sp>
    </p:spTree>
    <p:extLst>
      <p:ext uri="{BB962C8B-B14F-4D97-AF65-F5344CB8AC3E}">
        <p14:creationId xmlns:p14="http://schemas.microsoft.com/office/powerpoint/2010/main" val="220530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-121">
            <a:extLst xmlns:a="http://schemas.openxmlformats.org/drawingml/2006/main">
              <a:ext uri="{FF2B5EF4-FFF2-40B4-BE49-F238E27FC236}">
                <a16:creationId xmlns:a16="http://schemas.microsoft.com/office/drawing/2014/main" id="{B5857F56-15B5-47E4-9B77-86DE25B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40767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Validation accuracy (%)</a:t>
            </a:r>
          </a:p>
        </p:txBody>
      </p:sp>
      <p:sp>
        <p:nvSpPr>
          <p:cNvPr id="2" name="path-122">
            <a:extLst xmlns:a="http://schemas.openxmlformats.org/drawingml/2006/main">
              <a:ext uri="{FF2B5EF4-FFF2-40B4-BE49-F238E27FC236}">
                <a16:creationId xmlns:a16="http://schemas.microsoft.com/office/drawing/2014/main" id="{D4B6D29A-F7B7-4732-8D52-F1E035AC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3602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3" name="text-123">
            <a:extLst xmlns:a="http://schemas.openxmlformats.org/drawingml/2006/main">
              <a:ext uri="{FF2B5EF4-FFF2-40B4-BE49-F238E27FC236}">
                <a16:creationId xmlns:a16="http://schemas.microsoft.com/office/drawing/2014/main" id="{6A5949F3-3249-48F9-A7F2-B59B2D7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2936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path-124">
            <a:extLst xmlns:a="http://schemas.openxmlformats.org/drawingml/2006/main">
              <a:ext uri="{FF2B5EF4-FFF2-40B4-BE49-F238E27FC236}">
                <a16:creationId xmlns:a16="http://schemas.microsoft.com/office/drawing/2014/main" id="{3778F1A3-5334-42D0-A70A-0CCF98F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038826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125">
            <a:extLst xmlns:a="http://schemas.openxmlformats.org/drawingml/2006/main">
              <a:ext uri="{FF2B5EF4-FFF2-40B4-BE49-F238E27FC236}">
                <a16:creationId xmlns:a16="http://schemas.microsoft.com/office/drawing/2014/main" id="{75445DFC-CD41-4147-AF1F-AB325C01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972151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ath-126">
            <a:extLst xmlns:a="http://schemas.openxmlformats.org/drawingml/2006/main">
              <a:ext uri="{FF2B5EF4-FFF2-40B4-BE49-F238E27FC236}">
                <a16:creationId xmlns:a16="http://schemas.microsoft.com/office/drawing/2014/main" id="{9F440DDF-CA14-463F-8EEA-418A456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717358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127">
            <a:extLst xmlns:a="http://schemas.openxmlformats.org/drawingml/2006/main">
              <a:ext uri="{FF2B5EF4-FFF2-40B4-BE49-F238E27FC236}">
                <a16:creationId xmlns:a16="http://schemas.microsoft.com/office/drawing/2014/main" id="{64DA1672-59BF-4CE5-9EE2-61DFCCD7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650683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path-128">
            <a:extLst xmlns:a="http://schemas.openxmlformats.org/drawingml/2006/main">
              <a:ext uri="{FF2B5EF4-FFF2-40B4-BE49-F238E27FC236}">
                <a16:creationId xmlns:a16="http://schemas.microsoft.com/office/drawing/2014/main" id="{936EF523-828D-4BDB-8CBD-F43732B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395889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9" name="text-129">
            <a:extLst xmlns:a="http://schemas.openxmlformats.org/drawingml/2006/main">
              <a:ext uri="{FF2B5EF4-FFF2-40B4-BE49-F238E27FC236}">
                <a16:creationId xmlns:a16="http://schemas.microsoft.com/office/drawing/2014/main" id="{0E551D8C-DDC3-4BB3-9A97-89ED639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329214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path-130">
            <a:extLst xmlns:a="http://schemas.openxmlformats.org/drawingml/2006/main">
              <a:ext uri="{FF2B5EF4-FFF2-40B4-BE49-F238E27FC236}">
                <a16:creationId xmlns:a16="http://schemas.microsoft.com/office/drawing/2014/main" id="{D4BB47E4-8283-42F7-A656-2C5D02BB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7442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131">
            <a:extLst xmlns:a="http://schemas.openxmlformats.org/drawingml/2006/main">
              <a:ext uri="{FF2B5EF4-FFF2-40B4-BE49-F238E27FC236}">
                <a16:creationId xmlns:a16="http://schemas.microsoft.com/office/drawing/2014/main" id="{DED0BD55-4C82-4F9A-A968-FBA73126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00774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path-132">
            <a:extLst xmlns:a="http://schemas.openxmlformats.org/drawingml/2006/main">
              <a:ext uri="{FF2B5EF4-FFF2-40B4-BE49-F238E27FC236}">
                <a16:creationId xmlns:a16="http://schemas.microsoft.com/office/drawing/2014/main" id="{8A09392C-FB58-417F-BECF-F948019E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74420"/>
            <a:ext cx="2562225" cy="1285875"/>
          </a:xfrm>
          <a:custGeom xmlns:a="http://schemas.openxmlformats.org/drawingml/2006/main">
            <a:pathLst>
              <a:path w="2562225" h="1285875">
                <a:moveTo>
                  <a:pt x="0" y="0"/>
                </a:moveTo>
                <a:lnTo>
                  <a:pt x="0" y="1285875"/>
                </a:lnTo>
                <a:lnTo>
                  <a:pt x="2562225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133">
            <a:extLst xmlns:a="http://schemas.openxmlformats.org/drawingml/2006/main">
              <a:ext uri="{FF2B5EF4-FFF2-40B4-BE49-F238E27FC236}">
                <a16:creationId xmlns:a16="http://schemas.microsoft.com/office/drawing/2014/main" id="{B0214039-0CE5-4EF1-9FFE-7342FD2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32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134">
            <a:extLst xmlns:a="http://schemas.openxmlformats.org/drawingml/2006/main">
              <a:ext uri="{FF2B5EF4-FFF2-40B4-BE49-F238E27FC236}">
                <a16:creationId xmlns:a16="http://schemas.microsoft.com/office/drawing/2014/main" id="{6139BB91-1BD6-4DB5-AC1B-CE09FDA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882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path-135">
            <a:extLst xmlns:a="http://schemas.openxmlformats.org/drawingml/2006/main">
              <a:ext uri="{FF2B5EF4-FFF2-40B4-BE49-F238E27FC236}">
                <a16:creationId xmlns:a16="http://schemas.microsoft.com/office/drawing/2014/main" id="{D376F1B2-C68E-490B-AA65-A344424B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55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136">
            <a:extLst xmlns:a="http://schemas.openxmlformats.org/drawingml/2006/main">
              <a:ext uri="{FF2B5EF4-FFF2-40B4-BE49-F238E27FC236}">
                <a16:creationId xmlns:a16="http://schemas.microsoft.com/office/drawing/2014/main" id="{1855A4F7-AF71-48CD-98C4-4C05F1E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805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ath-137">
            <a:extLst xmlns:a="http://schemas.openxmlformats.org/drawingml/2006/main">
              <a:ext uri="{FF2B5EF4-FFF2-40B4-BE49-F238E27FC236}">
                <a16:creationId xmlns:a16="http://schemas.microsoft.com/office/drawing/2014/main" id="{BDB9F408-9236-485F-8F36-89DDA169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78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138">
            <a:extLst xmlns:a="http://schemas.openxmlformats.org/drawingml/2006/main">
              <a:ext uri="{FF2B5EF4-FFF2-40B4-BE49-F238E27FC236}">
                <a16:creationId xmlns:a16="http://schemas.microsoft.com/office/drawing/2014/main" id="{FB6B08C5-56D3-4713-9FCC-BD6FE472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28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path-139">
            <a:extLst xmlns:a="http://schemas.openxmlformats.org/drawingml/2006/main">
              <a:ext uri="{FF2B5EF4-FFF2-40B4-BE49-F238E27FC236}">
                <a16:creationId xmlns:a16="http://schemas.microsoft.com/office/drawing/2014/main" id="{C388D304-04DA-4D60-8489-F4CB5E6F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923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140">
            <a:extLst xmlns:a="http://schemas.openxmlformats.org/drawingml/2006/main">
              <a:ext uri="{FF2B5EF4-FFF2-40B4-BE49-F238E27FC236}">
                <a16:creationId xmlns:a16="http://schemas.microsoft.com/office/drawing/2014/main" id="{85B036DE-13C5-4204-B455-821ED0C0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73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1" name="path-141">
            <a:extLst xmlns:a="http://schemas.openxmlformats.org/drawingml/2006/main">
              <a:ext uri="{FF2B5EF4-FFF2-40B4-BE49-F238E27FC236}">
                <a16:creationId xmlns:a16="http://schemas.microsoft.com/office/drawing/2014/main" id="{2322FEEE-5038-417D-83EF-E17C523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92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2" name="text-142">
            <a:extLst xmlns:a="http://schemas.openxmlformats.org/drawingml/2006/main">
              <a:ext uri="{FF2B5EF4-FFF2-40B4-BE49-F238E27FC236}">
                <a16:creationId xmlns:a16="http://schemas.microsoft.com/office/drawing/2014/main" id="{685E0C02-1B29-438B-A74C-8370322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342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3" name="text-143">
            <a:extLst xmlns:a="http://schemas.openxmlformats.org/drawingml/2006/main">
              <a:ext uri="{FF2B5EF4-FFF2-40B4-BE49-F238E27FC236}">
                <a16:creationId xmlns:a16="http://schemas.microsoft.com/office/drawing/2014/main" id="{EC544B18-1BAD-4370-92FE-740E7B65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61175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Mean acquired concept groups</a:t>
            </a:r>
          </a:p>
        </p:txBody>
      </p:sp>
      <p:sp>
        <p:nvSpPr>
          <p:cNvPr id="24" name="path-144">
            <a:extLst xmlns:a="http://schemas.openxmlformats.org/drawingml/2006/main">
              <a:ext uri="{FF2B5EF4-FFF2-40B4-BE49-F238E27FC236}">
                <a16:creationId xmlns:a16="http://schemas.microsoft.com/office/drawing/2014/main" id="{487EE7AE-0D45-4CDD-A56D-4E80B3F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74104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solid"/>
          </a:ln>
        </p:spPr>
      </p:sp>
      <p:sp>
        <p:nvSpPr>
          <p:cNvPr id="25" name="data-marker-145">
            <a:extLst xmlns:a="http://schemas.openxmlformats.org/drawingml/2006/main">
              <a:ext uri="{FF2B5EF4-FFF2-40B4-BE49-F238E27FC236}">
                <a16:creationId xmlns:a16="http://schemas.microsoft.com/office/drawing/2014/main" id="{7AB43040-0552-4847-82F9-836DFBE5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719614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26" name="text-146">
            <a:extLst xmlns:a="http://schemas.openxmlformats.org/drawingml/2006/main">
              <a:ext uri="{FF2B5EF4-FFF2-40B4-BE49-F238E27FC236}">
                <a16:creationId xmlns:a16="http://schemas.microsoft.com/office/drawing/2014/main" id="{27EA770A-624D-48A4-846A-E1017327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67437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Fixed prefix</a:t>
            </a:r>
          </a:p>
        </p:txBody>
      </p:sp>
      <p:sp>
        <p:nvSpPr>
          <p:cNvPr id="27" name="path-147">
            <a:extLst xmlns:a="http://schemas.openxmlformats.org/drawingml/2006/main">
              <a:ext uri="{FF2B5EF4-FFF2-40B4-BE49-F238E27FC236}">
                <a16:creationId xmlns:a16="http://schemas.microsoft.com/office/drawing/2014/main" id="{B996BB24-24EE-4621-A02E-E1025426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48" y="74104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dash"/>
          </a:ln>
        </p:spPr>
      </p:sp>
      <p:sp>
        <p:nvSpPr>
          <p:cNvPr id="28" name="data-marker-148">
            <a:extLst xmlns:a="http://schemas.openxmlformats.org/drawingml/2006/main">
              <a:ext uri="{FF2B5EF4-FFF2-40B4-BE49-F238E27FC236}">
                <a16:creationId xmlns:a16="http://schemas.microsoft.com/office/drawing/2014/main" id="{7C993FDB-0F07-4A06-9130-269E367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541" y="71961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29" name="text-149">
            <a:extLst xmlns:a="http://schemas.openxmlformats.org/drawingml/2006/main">
              <a:ext uri="{FF2B5EF4-FFF2-40B4-BE49-F238E27FC236}">
                <a16:creationId xmlns:a16="http://schemas.microsoft.com/office/drawing/2014/main" id="{3DD86A3E-6B77-46FD-AAD1-1D2916A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848" y="67437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Random prefix</a:t>
            </a:r>
          </a:p>
        </p:txBody>
      </p:sp>
      <p:sp>
        <p:nvSpPr>
          <p:cNvPr id="30" name="path-150">
            <a:extLst xmlns:a="http://schemas.openxmlformats.org/drawingml/2006/main">
              <a:ext uri="{FF2B5EF4-FFF2-40B4-BE49-F238E27FC236}">
                <a16:creationId xmlns:a16="http://schemas.microsoft.com/office/drawing/2014/main" id="{F3D19CEC-72CA-4440-BC77-99C9BBD3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91249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9E73"/>
            </a:solidFill>
            <a:prstDash val="solid"/>
          </a:ln>
        </p:spPr>
      </p:sp>
      <p:sp>
        <p:nvSpPr>
          <p:cNvPr id="31" name="data-marker-151">
            <a:extLst xmlns:a="http://schemas.openxmlformats.org/drawingml/2006/main">
              <a:ext uri="{FF2B5EF4-FFF2-40B4-BE49-F238E27FC236}">
                <a16:creationId xmlns:a16="http://schemas.microsoft.com/office/drawing/2014/main" id="{4ACDAC84-664C-4E7F-8994-A8B8B0F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89106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32" name="text-152">
            <a:extLst xmlns:a="http://schemas.openxmlformats.org/drawingml/2006/main">
              <a:ext uri="{FF2B5EF4-FFF2-40B4-BE49-F238E27FC236}">
                <a16:creationId xmlns:a16="http://schemas.microsoft.com/office/drawing/2014/main" id="{0F7D1709-E43F-48FC-9FBB-C1FB6EA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84582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All concepts</a:t>
            </a:r>
          </a:p>
        </p:txBody>
      </p:sp>
      <p:sp>
        <p:nvSpPr>
          <p:cNvPr id="33" name="path-153">
            <a:extLst xmlns:a="http://schemas.openxmlformats.org/drawingml/2006/main">
              <a:ext uri="{FF2B5EF4-FFF2-40B4-BE49-F238E27FC236}">
                <a16:creationId xmlns:a16="http://schemas.microsoft.com/office/drawing/2014/main" id="{2C59A7E2-3D42-466F-9A9D-95DFE74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48" y="91249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solid"/>
          </a:ln>
        </p:spPr>
      </p:sp>
      <p:sp>
        <p:nvSpPr>
          <p:cNvPr id="34" name="data-marker-154">
            <a:extLst xmlns:a="http://schemas.openxmlformats.org/drawingml/2006/main">
              <a:ext uri="{FF2B5EF4-FFF2-40B4-BE49-F238E27FC236}">
                <a16:creationId xmlns:a16="http://schemas.microsoft.com/office/drawing/2014/main" id="{40F0AFB2-7613-4577-875D-98ACE3E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541" y="891064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35" name="text-155">
            <a:extLst xmlns:a="http://schemas.openxmlformats.org/drawingml/2006/main">
              <a:ext uri="{FF2B5EF4-FFF2-40B4-BE49-F238E27FC236}">
                <a16:creationId xmlns:a16="http://schemas.microsoft.com/office/drawing/2014/main" id="{E61E3C57-E2AE-4CE9-B7C7-BFD5A5F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848" y="84582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No concepts</a:t>
            </a:r>
          </a:p>
        </p:txBody>
      </p:sp>
      <p:sp>
        <p:nvSpPr>
          <p:cNvPr id="36" name="data-curve-156">
            <a:extLst xmlns:a="http://schemas.openxmlformats.org/drawingml/2006/main">
              <a:ext uri="{FF2B5EF4-FFF2-40B4-BE49-F238E27FC236}">
                <a16:creationId xmlns:a16="http://schemas.microsoft.com/office/drawing/2014/main" id="{B4DF6006-D22B-40A0-841E-DF9054A5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213" y="1310380"/>
            <a:ext cx="2321479" cy="936264"/>
          </a:xfrm>
          <a:custGeom xmlns:a="http://schemas.openxmlformats.org/drawingml/2006/main">
            <a:pathLst>
              <a:path w="2321479" h="936264">
                <a:moveTo>
                  <a:pt x="0" y="936264"/>
                </a:moveTo>
                <a:lnTo>
                  <a:pt x="85981" y="725199"/>
                </a:lnTo>
                <a:lnTo>
                  <a:pt x="257942" y="530369"/>
                </a:lnTo>
                <a:lnTo>
                  <a:pt x="601865" y="470838"/>
                </a:lnTo>
                <a:lnTo>
                  <a:pt x="1289711" y="211065"/>
                </a:lnTo>
                <a:lnTo>
                  <a:pt x="2321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solid"/>
          </a:ln>
        </p:spPr>
      </p:sp>
      <p:sp>
        <p:nvSpPr>
          <p:cNvPr id="37" name="data-marker-157">
            <a:extLst xmlns:a="http://schemas.openxmlformats.org/drawingml/2006/main">
              <a:ext uri="{FF2B5EF4-FFF2-40B4-BE49-F238E27FC236}">
                <a16:creationId xmlns:a16="http://schemas.microsoft.com/office/drawing/2014/main" id="{7C0565A8-59E9-42D6-9758-D6A3279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400" y="222283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38" name="data-marker-158">
            <a:extLst xmlns:a="http://schemas.openxmlformats.org/drawingml/2006/main">
              <a:ext uri="{FF2B5EF4-FFF2-40B4-BE49-F238E27FC236}">
                <a16:creationId xmlns:a16="http://schemas.microsoft.com/office/drawing/2014/main" id="{6E74A26A-2D70-407B-94F6-BACDD51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1" y="201176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39" name="data-marker-159">
            <a:extLst xmlns:a="http://schemas.openxmlformats.org/drawingml/2006/main">
              <a:ext uri="{FF2B5EF4-FFF2-40B4-BE49-F238E27FC236}">
                <a16:creationId xmlns:a16="http://schemas.microsoft.com/office/drawing/2014/main" id="{E92CD847-4F68-4194-9FCB-10FF8EBA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42" y="181693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0" name="data-marker-160">
            <a:extLst xmlns:a="http://schemas.openxmlformats.org/drawingml/2006/main">
              <a:ext uri="{FF2B5EF4-FFF2-40B4-BE49-F238E27FC236}">
                <a16:creationId xmlns:a16="http://schemas.microsoft.com/office/drawing/2014/main" id="{36A586D4-F8B7-460F-B736-3A4BF8AF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65" y="175740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1" name="data-marker-161">
            <a:extLst xmlns:a="http://schemas.openxmlformats.org/drawingml/2006/main">
              <a:ext uri="{FF2B5EF4-FFF2-40B4-BE49-F238E27FC236}">
                <a16:creationId xmlns:a16="http://schemas.microsoft.com/office/drawing/2014/main" id="{09999885-F802-4CD2-B204-9C74DDB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11" y="149763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2" name="data-marker-162">
            <a:extLst xmlns:a="http://schemas.openxmlformats.org/drawingml/2006/main">
              <a:ext uri="{FF2B5EF4-FFF2-40B4-BE49-F238E27FC236}">
                <a16:creationId xmlns:a16="http://schemas.microsoft.com/office/drawing/2014/main" id="{050BC3F3-F570-4B6D-AF90-59288F26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3" name="data-curve-163">
            <a:extLst xmlns:a="http://schemas.openxmlformats.org/drawingml/2006/main">
              <a:ext uri="{FF2B5EF4-FFF2-40B4-BE49-F238E27FC236}">
                <a16:creationId xmlns:a16="http://schemas.microsoft.com/office/drawing/2014/main" id="{57299768-0B25-4B97-9EF1-691764D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213" y="1310380"/>
            <a:ext cx="2321479" cy="811790"/>
          </a:xfrm>
          <a:custGeom xmlns:a="http://schemas.openxmlformats.org/drawingml/2006/main">
            <a:pathLst>
              <a:path w="2321479" h="811790">
                <a:moveTo>
                  <a:pt x="0" y="811790"/>
                </a:moveTo>
                <a:lnTo>
                  <a:pt x="85981" y="800966"/>
                </a:lnTo>
                <a:lnTo>
                  <a:pt x="257942" y="633196"/>
                </a:lnTo>
                <a:lnTo>
                  <a:pt x="601865" y="432955"/>
                </a:lnTo>
                <a:lnTo>
                  <a:pt x="1289711" y="178594"/>
                </a:lnTo>
                <a:lnTo>
                  <a:pt x="2321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E6E6E"/>
            </a:solidFill>
            <a:prstDash val="dash"/>
          </a:ln>
        </p:spPr>
      </p:sp>
      <p:sp>
        <p:nvSpPr>
          <p:cNvPr id="44" name="data-marker-164">
            <a:extLst xmlns:a="http://schemas.openxmlformats.org/drawingml/2006/main">
              <a:ext uri="{FF2B5EF4-FFF2-40B4-BE49-F238E27FC236}">
                <a16:creationId xmlns:a16="http://schemas.microsoft.com/office/drawing/2014/main" id="{B8496300-A377-4E80-BA26-8A91D39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400" y="209835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5" name="data-marker-165">
            <a:extLst xmlns:a="http://schemas.openxmlformats.org/drawingml/2006/main">
              <a:ext uri="{FF2B5EF4-FFF2-40B4-BE49-F238E27FC236}">
                <a16:creationId xmlns:a16="http://schemas.microsoft.com/office/drawing/2014/main" id="{9EA3B919-20FF-478A-8D03-FA7933FB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1" y="2087534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6" name="data-marker-166">
            <a:extLst xmlns:a="http://schemas.openxmlformats.org/drawingml/2006/main">
              <a:ext uri="{FF2B5EF4-FFF2-40B4-BE49-F238E27FC236}">
                <a16:creationId xmlns:a16="http://schemas.microsoft.com/office/drawing/2014/main" id="{4D1D7ED5-CF86-4D99-9008-234071E0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42" y="1919764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7" name="data-marker-167">
            <a:extLst xmlns:a="http://schemas.openxmlformats.org/drawingml/2006/main">
              <a:ext uri="{FF2B5EF4-FFF2-40B4-BE49-F238E27FC236}">
                <a16:creationId xmlns:a16="http://schemas.microsoft.com/office/drawing/2014/main" id="{75AD0966-6142-4095-ADF5-FC08DE1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65" y="1719522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8" name="data-marker-168">
            <a:extLst xmlns:a="http://schemas.openxmlformats.org/drawingml/2006/main">
              <a:ext uri="{FF2B5EF4-FFF2-40B4-BE49-F238E27FC236}">
                <a16:creationId xmlns:a16="http://schemas.microsoft.com/office/drawing/2014/main" id="{D505D1CA-9305-4BE1-A96F-D086493E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11" y="1465161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9" name="data-marker-169">
            <a:extLst xmlns:a="http://schemas.openxmlformats.org/drawingml/2006/main">
              <a:ext uri="{FF2B5EF4-FFF2-40B4-BE49-F238E27FC236}">
                <a16:creationId xmlns:a16="http://schemas.microsoft.com/office/drawing/2014/main" id="{4FBE5F55-8F9D-41A2-8E2A-73866AFC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50" name="data-marker-170">
            <a:extLst xmlns:a="http://schemas.openxmlformats.org/drawingml/2006/main">
              <a:ext uri="{FF2B5EF4-FFF2-40B4-BE49-F238E27FC236}">
                <a16:creationId xmlns:a16="http://schemas.microsoft.com/office/drawing/2014/main" id="{FE56227D-A48E-4DA2-9106-2EF7230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51" name="data-marker-171">
            <a:extLst xmlns:a="http://schemas.openxmlformats.org/drawingml/2006/main">
              <a:ext uri="{FF2B5EF4-FFF2-40B4-BE49-F238E27FC236}">
                <a16:creationId xmlns:a16="http://schemas.microsoft.com/office/drawing/2014/main" id="{89BE3492-AB81-47A5-B877-0B39D7B6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420" y="23202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9526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ext-172">
            <a:extLst xmlns:a="http://schemas.openxmlformats.org/drawingml/2006/main">
              <a:ext uri="{FF2B5EF4-FFF2-40B4-BE49-F238E27FC236}">
                <a16:creationId xmlns:a16="http://schemas.microsoft.com/office/drawing/2014/main" id="{D16FB1EF-A1FF-4D41-BFEC-E10F652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20193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Validation accuracy (%)</a:t>
            </a:r>
          </a:p>
        </p:txBody>
      </p:sp>
      <p:sp>
        <p:nvSpPr>
          <p:cNvPr id="2" name="path-173">
            <a:extLst xmlns:a="http://schemas.openxmlformats.org/drawingml/2006/main">
              <a:ext uri="{FF2B5EF4-FFF2-40B4-BE49-F238E27FC236}">
                <a16:creationId xmlns:a16="http://schemas.microsoft.com/office/drawing/2014/main" id="{E506826F-5F8F-44F7-97E5-CDDEBFA2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56413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3" name="text-174">
            <a:extLst xmlns:a="http://schemas.openxmlformats.org/drawingml/2006/main">
              <a:ext uri="{FF2B5EF4-FFF2-40B4-BE49-F238E27FC236}">
                <a16:creationId xmlns:a16="http://schemas.microsoft.com/office/drawing/2014/main" id="{F66AE768-B916-46FF-AC68-75290CD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4974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path-175">
            <a:extLst xmlns:a="http://schemas.openxmlformats.org/drawingml/2006/main">
              <a:ext uri="{FF2B5EF4-FFF2-40B4-BE49-F238E27FC236}">
                <a16:creationId xmlns:a16="http://schemas.microsoft.com/office/drawing/2014/main" id="{C73587B7-EFA7-4590-8B8C-15E3671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195036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56376C7C-5D3E-4392-899C-ED01B4BD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128361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ath-177">
            <a:extLst xmlns:a="http://schemas.openxmlformats.org/drawingml/2006/main">
              <a:ext uri="{FF2B5EF4-FFF2-40B4-BE49-F238E27FC236}">
                <a16:creationId xmlns:a16="http://schemas.microsoft.com/office/drawing/2014/main" id="{392AB204-A16C-44FB-8B97-2AC041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825943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D6DBDFE8-3755-4BFB-A364-3D386486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759268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path-179">
            <a:extLst xmlns:a="http://schemas.openxmlformats.org/drawingml/2006/main">
              <a:ext uri="{FF2B5EF4-FFF2-40B4-BE49-F238E27FC236}">
                <a16:creationId xmlns:a16="http://schemas.microsoft.com/office/drawing/2014/main" id="{ECABB0A6-C478-48E5-8883-AFEF316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456849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9" name="text-180">
            <a:extLst xmlns:a="http://schemas.openxmlformats.org/drawingml/2006/main">
              <a:ext uri="{FF2B5EF4-FFF2-40B4-BE49-F238E27FC236}">
                <a16:creationId xmlns:a16="http://schemas.microsoft.com/office/drawing/2014/main" id="{88CA96CD-679A-4102-B565-B89D932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390174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path-181">
            <a:extLst xmlns:a="http://schemas.openxmlformats.org/drawingml/2006/main">
              <a:ext uri="{FF2B5EF4-FFF2-40B4-BE49-F238E27FC236}">
                <a16:creationId xmlns:a16="http://schemas.microsoft.com/office/drawing/2014/main" id="{C063BB80-94E9-4052-A4FE-215FDDA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8775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B1115D8C-94B1-49BE-9DD1-CD822575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02108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path-183">
            <a:extLst xmlns:a="http://schemas.openxmlformats.org/drawingml/2006/main">
              <a:ext uri="{FF2B5EF4-FFF2-40B4-BE49-F238E27FC236}">
                <a16:creationId xmlns:a16="http://schemas.microsoft.com/office/drawing/2014/main" id="{E5EDB1D8-5743-4B33-B16E-61B8995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87755"/>
            <a:ext cx="2562225" cy="1476375"/>
          </a:xfrm>
          <a:custGeom xmlns:a="http://schemas.openxmlformats.org/drawingml/2006/main">
            <a:pathLst>
              <a:path w="2562225" h="1476375">
                <a:moveTo>
                  <a:pt x="0" y="0"/>
                </a:moveTo>
                <a:lnTo>
                  <a:pt x="0" y="1476375"/>
                </a:lnTo>
                <a:lnTo>
                  <a:pt x="2562225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184">
            <a:extLst xmlns:a="http://schemas.openxmlformats.org/drawingml/2006/main">
              <a:ext uri="{FF2B5EF4-FFF2-40B4-BE49-F238E27FC236}">
                <a16:creationId xmlns:a16="http://schemas.microsoft.com/office/drawing/2014/main" id="{F61DFC55-E403-4464-A05F-59BE0C3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185">
            <a:extLst xmlns:a="http://schemas.openxmlformats.org/drawingml/2006/main">
              <a:ext uri="{FF2B5EF4-FFF2-40B4-BE49-F238E27FC236}">
                <a16:creationId xmlns:a16="http://schemas.microsoft.com/office/drawing/2014/main" id="{21A51B89-5FDD-4260-ACBC-FDBBDFBB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92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path-186">
            <a:extLst xmlns:a="http://schemas.openxmlformats.org/drawingml/2006/main">
              <a:ext uri="{FF2B5EF4-FFF2-40B4-BE49-F238E27FC236}">
                <a16:creationId xmlns:a16="http://schemas.microsoft.com/office/drawing/2014/main" id="{B5F2C897-A8CF-4B77-B68B-895B6D2B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55E159B4-9464-4468-BBC0-BF9BFE7A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481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path-188">
            <a:extLst xmlns:a="http://schemas.openxmlformats.org/drawingml/2006/main">
              <a:ext uri="{FF2B5EF4-FFF2-40B4-BE49-F238E27FC236}">
                <a16:creationId xmlns:a16="http://schemas.microsoft.com/office/drawing/2014/main" id="{C97DDA7B-9CDE-42EA-922E-1062202D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189">
            <a:extLst xmlns:a="http://schemas.openxmlformats.org/drawingml/2006/main">
              <a:ext uri="{FF2B5EF4-FFF2-40B4-BE49-F238E27FC236}">
                <a16:creationId xmlns:a16="http://schemas.microsoft.com/office/drawing/2014/main" id="{4C77120C-B754-434D-8791-A12C2FD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659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" name="path-190">
            <a:extLst xmlns:a="http://schemas.openxmlformats.org/drawingml/2006/main">
              <a:ext uri="{FF2B5EF4-FFF2-40B4-BE49-F238E27FC236}">
                <a16:creationId xmlns:a16="http://schemas.microsoft.com/office/drawing/2014/main" id="{16F773A3-50AB-46B4-8380-A3FB078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191">
            <a:extLst xmlns:a="http://schemas.openxmlformats.org/drawingml/2006/main">
              <a:ext uri="{FF2B5EF4-FFF2-40B4-BE49-F238E27FC236}">
                <a16:creationId xmlns:a16="http://schemas.microsoft.com/office/drawing/2014/main" id="{3266164B-34A4-45BC-B598-E0CA46D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425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1" name="text-192">
            <a:extLst xmlns:a="http://schemas.openxmlformats.org/drawingml/2006/main">
              <a:ext uri="{FF2B5EF4-FFF2-40B4-BE49-F238E27FC236}">
                <a16:creationId xmlns:a16="http://schemas.microsoft.com/office/drawing/2014/main" id="{3D4AD21E-69A0-406A-ADCF-C43D1E55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81749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Mean acquired concept groups</a:t>
            </a:r>
          </a:p>
        </p:txBody>
      </p:sp>
      <p:sp>
        <p:nvSpPr>
          <p:cNvPr id="22" name="path-193">
            <a:extLst xmlns:a="http://schemas.openxmlformats.org/drawingml/2006/main">
              <a:ext uri="{FF2B5EF4-FFF2-40B4-BE49-F238E27FC236}">
                <a16:creationId xmlns:a16="http://schemas.microsoft.com/office/drawing/2014/main" id="{77F446FE-889D-4858-9D02-E73167F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5353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23" name="data-marker-194">
            <a:extLst xmlns:a="http://schemas.openxmlformats.org/drawingml/2006/main">
              <a:ext uri="{FF2B5EF4-FFF2-40B4-BE49-F238E27FC236}">
                <a16:creationId xmlns:a16="http://schemas.microsoft.com/office/drawing/2014/main" id="{9E871444-C32C-498B-93C7-D90E2BF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513874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4" name="text-195">
            <a:extLst xmlns:a="http://schemas.openxmlformats.org/drawingml/2006/main">
              <a:ext uri="{FF2B5EF4-FFF2-40B4-BE49-F238E27FC236}">
                <a16:creationId xmlns:a16="http://schemas.microsoft.com/office/drawing/2014/main" id="{17D76841-9A68-486A-BBFE-F7B5222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4686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5" name="path-196">
            <a:extLst xmlns:a="http://schemas.openxmlformats.org/drawingml/2006/main">
              <a:ext uri="{FF2B5EF4-FFF2-40B4-BE49-F238E27FC236}">
                <a16:creationId xmlns:a16="http://schemas.microsoft.com/office/drawing/2014/main" id="{AB90A645-9669-48A9-9EFF-1849BB9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936817"/>
            <a:ext cx="95" cy="139266"/>
          </a:xfrm>
          <a:custGeom xmlns:a="http://schemas.openxmlformats.org/drawingml/2006/main">
            <a:pathLst>
              <a:path w="95" h="139266">
                <a:moveTo>
                  <a:pt x="0" y="1392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6" name="path-197">
            <a:extLst xmlns:a="http://schemas.openxmlformats.org/drawingml/2006/main">
              <a:ext uri="{FF2B5EF4-FFF2-40B4-BE49-F238E27FC236}">
                <a16:creationId xmlns:a16="http://schemas.microsoft.com/office/drawing/2014/main" id="{91D35C2D-7059-4754-8BEC-54DCBCE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207608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7" name="path-198">
            <a:extLst xmlns:a="http://schemas.openxmlformats.org/drawingml/2006/main">
              <a:ext uri="{FF2B5EF4-FFF2-40B4-BE49-F238E27FC236}">
                <a16:creationId xmlns:a16="http://schemas.microsoft.com/office/drawing/2014/main" id="{134BFA67-93DE-4AF5-9E9A-37CA74BA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3681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8" name="path-199">
            <a:extLst xmlns:a="http://schemas.openxmlformats.org/drawingml/2006/main">
              <a:ext uri="{FF2B5EF4-FFF2-40B4-BE49-F238E27FC236}">
                <a16:creationId xmlns:a16="http://schemas.microsoft.com/office/drawing/2014/main" id="{1F1F6E06-2FF5-4BE5-AFDC-58C907F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16" y="1689852"/>
            <a:ext cx="95" cy="157849"/>
          </a:xfrm>
          <a:custGeom xmlns:a="http://schemas.openxmlformats.org/drawingml/2006/main">
            <a:pathLst>
              <a:path w="95" h="157849">
                <a:moveTo>
                  <a:pt x="0" y="1578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9" name="path-200">
            <a:extLst xmlns:a="http://schemas.openxmlformats.org/drawingml/2006/main">
              <a:ext uri="{FF2B5EF4-FFF2-40B4-BE49-F238E27FC236}">
                <a16:creationId xmlns:a16="http://schemas.microsoft.com/office/drawing/2014/main" id="{F87A96D8-C9F7-4BC5-BA4F-BD90948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09" y="184770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0" name="path-201">
            <a:extLst xmlns:a="http://schemas.openxmlformats.org/drawingml/2006/main">
              <a:ext uri="{FF2B5EF4-FFF2-40B4-BE49-F238E27FC236}">
                <a16:creationId xmlns:a16="http://schemas.microsoft.com/office/drawing/2014/main" id="{C33FA9C2-DAD9-41CB-9B57-635D55C8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09" y="168985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1" name="path-202">
            <a:extLst xmlns:a="http://schemas.openxmlformats.org/drawingml/2006/main">
              <a:ext uri="{FF2B5EF4-FFF2-40B4-BE49-F238E27FC236}">
                <a16:creationId xmlns:a16="http://schemas.microsoft.com/office/drawing/2014/main" id="{FEEF748C-271C-43F1-93E0-C59F23D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93" y="1578400"/>
            <a:ext cx="95" cy="169487"/>
          </a:xfrm>
          <a:custGeom xmlns:a="http://schemas.openxmlformats.org/drawingml/2006/main">
            <a:pathLst>
              <a:path w="95" h="169487">
                <a:moveTo>
                  <a:pt x="0" y="16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2" name="path-203">
            <a:extLst xmlns:a="http://schemas.openxmlformats.org/drawingml/2006/main">
              <a:ext uri="{FF2B5EF4-FFF2-40B4-BE49-F238E27FC236}">
                <a16:creationId xmlns:a16="http://schemas.microsoft.com/office/drawing/2014/main" id="{431C10D7-9544-4D49-AE5E-45786EA2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86" y="174788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3" name="path-204">
            <a:extLst xmlns:a="http://schemas.openxmlformats.org/drawingml/2006/main">
              <a:ext uri="{FF2B5EF4-FFF2-40B4-BE49-F238E27FC236}">
                <a16:creationId xmlns:a16="http://schemas.microsoft.com/office/drawing/2014/main" id="{6AB610F5-7707-40D5-9EE0-1800BCF7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86" y="157840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4" name="path-205">
            <a:extLst xmlns:a="http://schemas.openxmlformats.org/drawingml/2006/main">
              <a:ext uri="{FF2B5EF4-FFF2-40B4-BE49-F238E27FC236}">
                <a16:creationId xmlns:a16="http://schemas.microsoft.com/office/drawing/2014/main" id="{AC63E08E-48F9-444E-978E-255C7C23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864" y="1446836"/>
            <a:ext cx="95" cy="196494"/>
          </a:xfrm>
          <a:custGeom xmlns:a="http://schemas.openxmlformats.org/drawingml/2006/main">
            <a:pathLst>
              <a:path w="95" h="196494">
                <a:moveTo>
                  <a:pt x="0" y="1964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5" name="path-206">
            <a:extLst xmlns:a="http://schemas.openxmlformats.org/drawingml/2006/main">
              <a:ext uri="{FF2B5EF4-FFF2-40B4-BE49-F238E27FC236}">
                <a16:creationId xmlns:a16="http://schemas.microsoft.com/office/drawing/2014/main" id="{D7C836F1-6069-4EB2-954B-69069801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56" y="164333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6" name="path-207">
            <a:extLst xmlns:a="http://schemas.openxmlformats.org/drawingml/2006/main">
              <a:ext uri="{FF2B5EF4-FFF2-40B4-BE49-F238E27FC236}">
                <a16:creationId xmlns:a16="http://schemas.microsoft.com/office/drawing/2014/main" id="{3841EBD2-C554-4070-B510-3AD0DBE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56" y="144683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7" name="data-curve-208">
            <a:extLst xmlns:a="http://schemas.openxmlformats.org/drawingml/2006/main">
              <a:ext uri="{FF2B5EF4-FFF2-40B4-BE49-F238E27FC236}">
                <a16:creationId xmlns:a16="http://schemas.microsoft.com/office/drawing/2014/main" id="{5400EEB8-9B72-476F-A43E-0FB56BAC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545083"/>
            <a:ext cx="1394622" cy="461367"/>
          </a:xfrm>
          <a:custGeom xmlns:a="http://schemas.openxmlformats.org/drawingml/2006/main">
            <a:pathLst>
              <a:path w="1394622" h="461367">
                <a:moveTo>
                  <a:pt x="0" y="461367"/>
                </a:moveTo>
                <a:lnTo>
                  <a:pt x="309375" y="223693"/>
                </a:lnTo>
                <a:lnTo>
                  <a:pt x="484351" y="118060"/>
                </a:lnTo>
                <a:lnTo>
                  <a:pt x="1394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solid"/>
          </a:ln>
        </p:spPr>
      </p:sp>
      <p:sp>
        <p:nvSpPr>
          <p:cNvPr id="38" name="data-marker-209">
            <a:extLst xmlns:a="http://schemas.openxmlformats.org/drawingml/2006/main">
              <a:ext uri="{FF2B5EF4-FFF2-40B4-BE49-F238E27FC236}">
                <a16:creationId xmlns:a16="http://schemas.microsoft.com/office/drawing/2014/main" id="{CE593179-B12D-4EB2-89B3-1339CC4F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9826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39" name="data-marker-210">
            <a:extLst xmlns:a="http://schemas.openxmlformats.org/drawingml/2006/main">
              <a:ext uri="{FF2B5EF4-FFF2-40B4-BE49-F238E27FC236}">
                <a16:creationId xmlns:a16="http://schemas.microsoft.com/office/drawing/2014/main" id="{90061D32-7215-4D0D-806B-858189B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804" y="174496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0" name="data-marker-211">
            <a:extLst xmlns:a="http://schemas.openxmlformats.org/drawingml/2006/main">
              <a:ext uri="{FF2B5EF4-FFF2-40B4-BE49-F238E27FC236}">
                <a16:creationId xmlns:a16="http://schemas.microsoft.com/office/drawing/2014/main" id="{032A380C-653D-4D4F-B097-FE0B8A06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781" y="163933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1" name="data-marker-212">
            <a:extLst xmlns:a="http://schemas.openxmlformats.org/drawingml/2006/main">
              <a:ext uri="{FF2B5EF4-FFF2-40B4-BE49-F238E27FC236}">
                <a16:creationId xmlns:a16="http://schemas.microsoft.com/office/drawing/2014/main" id="{370E3A40-1C8A-4F06-9188-E711DAA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51" y="152127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2" name="path-213">
            <a:extLst xmlns:a="http://schemas.openxmlformats.org/drawingml/2006/main">
              <a:ext uri="{FF2B5EF4-FFF2-40B4-BE49-F238E27FC236}">
                <a16:creationId xmlns:a16="http://schemas.microsoft.com/office/drawing/2014/main" id="{F71BBBFB-17E0-4981-A133-44953353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5353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solid"/>
          </a:ln>
        </p:spPr>
      </p:sp>
      <p:sp>
        <p:nvSpPr>
          <p:cNvPr id="43" name="data-marker-214">
            <a:extLst xmlns:a="http://schemas.openxmlformats.org/drawingml/2006/main">
              <a:ext uri="{FF2B5EF4-FFF2-40B4-BE49-F238E27FC236}">
                <a16:creationId xmlns:a16="http://schemas.microsoft.com/office/drawing/2014/main" id="{D31392E4-CFEA-421A-A722-C6AB965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291" y="513874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4" name="text-215">
            <a:extLst xmlns:a="http://schemas.openxmlformats.org/drawingml/2006/main">
              <a:ext uri="{FF2B5EF4-FFF2-40B4-BE49-F238E27FC236}">
                <a16:creationId xmlns:a16="http://schemas.microsoft.com/office/drawing/2014/main" id="{B79C603D-0C7C-415E-B2C1-6290AF1D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4686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Fitted static</a:t>
            </a:r>
          </a:p>
        </p:txBody>
      </p:sp>
      <p:sp>
        <p:nvSpPr>
          <p:cNvPr id="45" name="path-216">
            <a:extLst xmlns:a="http://schemas.openxmlformats.org/drawingml/2006/main">
              <a:ext uri="{FF2B5EF4-FFF2-40B4-BE49-F238E27FC236}">
                <a16:creationId xmlns:a16="http://schemas.microsoft.com/office/drawing/2014/main" id="{BB01EFB5-DD12-4D97-B099-7FE6635E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879627"/>
            <a:ext cx="95" cy="26846"/>
          </a:xfrm>
          <a:custGeom xmlns:a="http://schemas.openxmlformats.org/drawingml/2006/main">
            <a:pathLst>
              <a:path w="95" h="26846">
                <a:moveTo>
                  <a:pt x="0" y="268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6" name="path-217">
            <a:extLst xmlns:a="http://schemas.openxmlformats.org/drawingml/2006/main">
              <a:ext uri="{FF2B5EF4-FFF2-40B4-BE49-F238E27FC236}">
                <a16:creationId xmlns:a16="http://schemas.microsoft.com/office/drawing/2014/main" id="{E372C457-76AA-4E3B-8103-6C495C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0647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7" name="path-218">
            <a:extLst xmlns:a="http://schemas.openxmlformats.org/drawingml/2006/main">
              <a:ext uri="{FF2B5EF4-FFF2-40B4-BE49-F238E27FC236}">
                <a16:creationId xmlns:a16="http://schemas.microsoft.com/office/drawing/2014/main" id="{1D79A492-366B-4BF7-94DA-3C9CCD2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8796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8" name="path-219">
            <a:extLst xmlns:a="http://schemas.openxmlformats.org/drawingml/2006/main">
              <a:ext uri="{FF2B5EF4-FFF2-40B4-BE49-F238E27FC236}">
                <a16:creationId xmlns:a16="http://schemas.microsoft.com/office/drawing/2014/main" id="{BF9C0BC2-E4F2-4FEE-BA08-6D9A4DE7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1575149"/>
            <a:ext cx="95" cy="132494"/>
          </a:xfrm>
          <a:custGeom xmlns:a="http://schemas.openxmlformats.org/drawingml/2006/main">
            <a:pathLst>
              <a:path w="95" h="132494">
                <a:moveTo>
                  <a:pt x="0" y="1324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9" name="path-220">
            <a:extLst xmlns:a="http://schemas.openxmlformats.org/drawingml/2006/main">
              <a:ext uri="{FF2B5EF4-FFF2-40B4-BE49-F238E27FC236}">
                <a16:creationId xmlns:a16="http://schemas.microsoft.com/office/drawing/2014/main" id="{43D5030F-231E-40C4-B6DF-0A92833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70764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0" name="path-221">
            <a:extLst xmlns:a="http://schemas.openxmlformats.org/drawingml/2006/main">
              <a:ext uri="{FF2B5EF4-FFF2-40B4-BE49-F238E27FC236}">
                <a16:creationId xmlns:a16="http://schemas.microsoft.com/office/drawing/2014/main" id="{BDF06004-96C3-4A87-817D-BB2102A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57514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1" name="path-222">
            <a:extLst xmlns:a="http://schemas.openxmlformats.org/drawingml/2006/main">
              <a:ext uri="{FF2B5EF4-FFF2-40B4-BE49-F238E27FC236}">
                <a16:creationId xmlns:a16="http://schemas.microsoft.com/office/drawing/2014/main" id="{0C930F40-5B90-436E-8029-CA6004D6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1408216"/>
            <a:ext cx="95" cy="121499"/>
          </a:xfrm>
          <a:custGeom xmlns:a="http://schemas.openxmlformats.org/drawingml/2006/main">
            <a:pathLst>
              <a:path w="95" h="121499">
                <a:moveTo>
                  <a:pt x="0" y="1214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2" name="path-223">
            <a:extLst xmlns:a="http://schemas.openxmlformats.org/drawingml/2006/main">
              <a:ext uri="{FF2B5EF4-FFF2-40B4-BE49-F238E27FC236}">
                <a16:creationId xmlns:a16="http://schemas.microsoft.com/office/drawing/2014/main" id="{19F5027A-EEB7-45DA-A553-2899EBB3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52971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3" name="path-224">
            <a:extLst xmlns:a="http://schemas.openxmlformats.org/drawingml/2006/main">
              <a:ext uri="{FF2B5EF4-FFF2-40B4-BE49-F238E27FC236}">
                <a16:creationId xmlns:a16="http://schemas.microsoft.com/office/drawing/2014/main" id="{D7BA72D2-F457-4873-8733-9510A5C4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40821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4" name="path-225">
            <a:extLst xmlns:a="http://schemas.openxmlformats.org/drawingml/2006/main">
              <a:ext uri="{FF2B5EF4-FFF2-40B4-BE49-F238E27FC236}">
                <a16:creationId xmlns:a16="http://schemas.microsoft.com/office/drawing/2014/main" id="{BAAC73CB-740E-4ED7-919C-DD8F966B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1342667"/>
            <a:ext cx="95" cy="143858"/>
          </a:xfrm>
          <a:custGeom xmlns:a="http://schemas.openxmlformats.org/drawingml/2006/main">
            <a:pathLst>
              <a:path w="95" h="143858">
                <a:moveTo>
                  <a:pt x="0" y="143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5" name="path-226">
            <a:extLst xmlns:a="http://schemas.openxmlformats.org/drawingml/2006/main">
              <a:ext uri="{FF2B5EF4-FFF2-40B4-BE49-F238E27FC236}">
                <a16:creationId xmlns:a16="http://schemas.microsoft.com/office/drawing/2014/main" id="{20A29DD8-196E-457D-8083-AA5C59D2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48652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6" name="path-227">
            <a:extLst xmlns:a="http://schemas.openxmlformats.org/drawingml/2006/main">
              <a:ext uri="{FF2B5EF4-FFF2-40B4-BE49-F238E27FC236}">
                <a16:creationId xmlns:a16="http://schemas.microsoft.com/office/drawing/2014/main" id="{1913A127-811F-4EBE-938F-882F59C4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34266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7" name="data-curve-228">
            <a:extLst xmlns:a="http://schemas.openxmlformats.org/drawingml/2006/main">
              <a:ext uri="{FF2B5EF4-FFF2-40B4-BE49-F238E27FC236}">
                <a16:creationId xmlns:a16="http://schemas.microsoft.com/office/drawing/2014/main" id="{D8E297AB-B83E-4DF0-BD1E-5668309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414596"/>
            <a:ext cx="2277533" cy="478455"/>
          </a:xfrm>
          <a:custGeom xmlns:a="http://schemas.openxmlformats.org/drawingml/2006/main">
            <a:pathLst>
              <a:path w="2277533" h="478455">
                <a:moveTo>
                  <a:pt x="0" y="478455"/>
                </a:moveTo>
                <a:lnTo>
                  <a:pt x="379589" y="226800"/>
                </a:lnTo>
                <a:lnTo>
                  <a:pt x="1138767" y="54370"/>
                </a:lnTo>
                <a:lnTo>
                  <a:pt x="227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solid"/>
          </a:ln>
        </p:spPr>
      </p:sp>
      <p:sp>
        <p:nvSpPr>
          <p:cNvPr id="58" name="data-marker-229">
            <a:extLst xmlns:a="http://schemas.openxmlformats.org/drawingml/2006/main">
              <a:ext uri="{FF2B5EF4-FFF2-40B4-BE49-F238E27FC236}">
                <a16:creationId xmlns:a16="http://schemas.microsoft.com/office/drawing/2014/main" id="{F26384CF-0B0E-497B-914B-2E9A0F9D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86923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59" name="data-marker-230">
            <a:extLst xmlns:a="http://schemas.openxmlformats.org/drawingml/2006/main">
              <a:ext uri="{FF2B5EF4-FFF2-40B4-BE49-F238E27FC236}">
                <a16:creationId xmlns:a16="http://schemas.microsoft.com/office/drawing/2014/main" id="{8E18D623-0814-4C73-BD73-96BB0290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18" y="161758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0" name="data-marker-231">
            <a:extLst xmlns:a="http://schemas.openxmlformats.org/drawingml/2006/main">
              <a:ext uri="{FF2B5EF4-FFF2-40B4-BE49-F238E27FC236}">
                <a16:creationId xmlns:a16="http://schemas.microsoft.com/office/drawing/2014/main" id="{CDEB4F3A-C59B-4D55-8B9E-E6EFA91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96" y="14451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1" name="data-marker-232">
            <a:extLst xmlns:a="http://schemas.openxmlformats.org/drawingml/2006/main">
              <a:ext uri="{FF2B5EF4-FFF2-40B4-BE49-F238E27FC236}">
                <a16:creationId xmlns:a16="http://schemas.microsoft.com/office/drawing/2014/main" id="{A8771353-1BEC-4A65-B486-257CCD6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63" y="139078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2" name="path-233">
            <a:extLst xmlns:a="http://schemas.openxmlformats.org/drawingml/2006/main">
              <a:ext uri="{FF2B5EF4-FFF2-40B4-BE49-F238E27FC236}">
                <a16:creationId xmlns:a16="http://schemas.microsoft.com/office/drawing/2014/main" id="{26281F83-4508-4376-85A1-39CC741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70675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dash"/>
          </a:ln>
        </p:spPr>
      </p:sp>
      <p:sp>
        <p:nvSpPr>
          <p:cNvPr id="63" name="data-marker-234">
            <a:extLst xmlns:a="http://schemas.openxmlformats.org/drawingml/2006/main">
              <a:ext uri="{FF2B5EF4-FFF2-40B4-BE49-F238E27FC236}">
                <a16:creationId xmlns:a16="http://schemas.microsoft.com/office/drawing/2014/main" id="{8FE03EFB-E270-4AB7-81A9-27F746CB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68532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4" name="text-235">
            <a:extLst xmlns:a="http://schemas.openxmlformats.org/drawingml/2006/main">
              <a:ext uri="{FF2B5EF4-FFF2-40B4-BE49-F238E27FC236}">
                <a16:creationId xmlns:a16="http://schemas.microsoft.com/office/drawing/2014/main" id="{5585A53D-5014-40DB-9ECE-EE3A86BF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64008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 singleton</a:t>
            </a:r>
          </a:p>
        </p:txBody>
      </p:sp>
      <p:sp>
        <p:nvSpPr>
          <p:cNvPr id="65" name="path-236">
            <a:extLst xmlns:a="http://schemas.openxmlformats.org/drawingml/2006/main">
              <a:ext uri="{FF2B5EF4-FFF2-40B4-BE49-F238E27FC236}">
                <a16:creationId xmlns:a16="http://schemas.microsoft.com/office/drawing/2014/main" id="{BE6A0B81-4BE7-498D-9899-691DF323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162" y="1886039"/>
            <a:ext cx="95" cy="203540"/>
          </a:xfrm>
          <a:custGeom xmlns:a="http://schemas.openxmlformats.org/drawingml/2006/main">
            <a:pathLst>
              <a:path w="95" h="203540">
                <a:moveTo>
                  <a:pt x="0" y="2035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6" name="path-237">
            <a:extLst xmlns:a="http://schemas.openxmlformats.org/drawingml/2006/main">
              <a:ext uri="{FF2B5EF4-FFF2-40B4-BE49-F238E27FC236}">
                <a16:creationId xmlns:a16="http://schemas.microsoft.com/office/drawing/2014/main" id="{BFE38C1B-B2D1-47DD-964D-8EC276C0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55" y="208957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7" name="path-238">
            <a:extLst xmlns:a="http://schemas.openxmlformats.org/drawingml/2006/main">
              <a:ext uri="{FF2B5EF4-FFF2-40B4-BE49-F238E27FC236}">
                <a16:creationId xmlns:a16="http://schemas.microsoft.com/office/drawing/2014/main" id="{8878E3A8-3445-416C-BEB1-2181D16E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55" y="188603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8" name="path-239">
            <a:extLst xmlns:a="http://schemas.openxmlformats.org/drawingml/2006/main">
              <a:ext uri="{FF2B5EF4-FFF2-40B4-BE49-F238E27FC236}">
                <a16:creationId xmlns:a16="http://schemas.microsoft.com/office/drawing/2014/main" id="{6BD6E474-EE28-4A43-8E6F-D01E88E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668" y="1619673"/>
            <a:ext cx="95" cy="220535"/>
          </a:xfrm>
          <a:custGeom xmlns:a="http://schemas.openxmlformats.org/drawingml/2006/main">
            <a:pathLst>
              <a:path w="95" h="220535">
                <a:moveTo>
                  <a:pt x="0" y="2205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9" name="path-240">
            <a:extLst xmlns:a="http://schemas.openxmlformats.org/drawingml/2006/main">
              <a:ext uri="{FF2B5EF4-FFF2-40B4-BE49-F238E27FC236}">
                <a16:creationId xmlns:a16="http://schemas.microsoft.com/office/drawing/2014/main" id="{34CB9CB0-C523-48C9-B6EF-8CDB19B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60" y="1840208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0" name="path-241">
            <a:extLst xmlns:a="http://schemas.openxmlformats.org/drawingml/2006/main">
              <a:ext uri="{FF2B5EF4-FFF2-40B4-BE49-F238E27FC236}">
                <a16:creationId xmlns:a16="http://schemas.microsoft.com/office/drawing/2014/main" id="{465D9DEA-D4CA-4CD8-BD7B-C1712D5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60" y="161967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1" name="path-242">
            <a:extLst xmlns:a="http://schemas.openxmlformats.org/drawingml/2006/main">
              <a:ext uri="{FF2B5EF4-FFF2-40B4-BE49-F238E27FC236}">
                <a16:creationId xmlns:a16="http://schemas.microsoft.com/office/drawing/2014/main" id="{8450EDF5-7248-4CC8-B280-2D7DFD89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326" y="1518012"/>
            <a:ext cx="95" cy="259194"/>
          </a:xfrm>
          <a:custGeom xmlns:a="http://schemas.openxmlformats.org/drawingml/2006/main">
            <a:pathLst>
              <a:path w="95" h="259194">
                <a:moveTo>
                  <a:pt x="0" y="2591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2" name="path-243">
            <a:extLst xmlns:a="http://schemas.openxmlformats.org/drawingml/2006/main">
              <a:ext uri="{FF2B5EF4-FFF2-40B4-BE49-F238E27FC236}">
                <a16:creationId xmlns:a16="http://schemas.microsoft.com/office/drawing/2014/main" id="{55F77CD6-4ABF-4768-8A3F-54F488A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418" y="177720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3" name="path-244">
            <a:extLst xmlns:a="http://schemas.openxmlformats.org/drawingml/2006/main">
              <a:ext uri="{FF2B5EF4-FFF2-40B4-BE49-F238E27FC236}">
                <a16:creationId xmlns:a16="http://schemas.microsoft.com/office/drawing/2014/main" id="{D3970947-49C2-4DE3-95CE-0290A44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418" y="151801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4" name="path-245">
            <a:extLst xmlns:a="http://schemas.openxmlformats.org/drawingml/2006/main">
              <a:ext uri="{FF2B5EF4-FFF2-40B4-BE49-F238E27FC236}">
                <a16:creationId xmlns:a16="http://schemas.microsoft.com/office/drawing/2014/main" id="{ABD2018D-D0D4-4C1D-B00D-C4287BF9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76" y="1509861"/>
            <a:ext cx="95" cy="259962"/>
          </a:xfrm>
          <a:custGeom xmlns:a="http://schemas.openxmlformats.org/drawingml/2006/main">
            <a:pathLst>
              <a:path w="95" h="259962">
                <a:moveTo>
                  <a:pt x="0" y="2599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5" name="path-246">
            <a:extLst xmlns:a="http://schemas.openxmlformats.org/drawingml/2006/main">
              <a:ext uri="{FF2B5EF4-FFF2-40B4-BE49-F238E27FC236}">
                <a16:creationId xmlns:a16="http://schemas.microsoft.com/office/drawing/2014/main" id="{44505FC2-B7F4-4340-8A98-3A3BBEC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68" y="176982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6" name="path-247">
            <a:extLst xmlns:a="http://schemas.openxmlformats.org/drawingml/2006/main">
              <a:ext uri="{FF2B5EF4-FFF2-40B4-BE49-F238E27FC236}">
                <a16:creationId xmlns:a16="http://schemas.microsoft.com/office/drawing/2014/main" id="{72AF665A-70C1-48AC-AB8A-CCD494AF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68" y="150986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7" name="data-curve-248">
            <a:extLst xmlns:a="http://schemas.openxmlformats.org/drawingml/2006/main">
              <a:ext uri="{FF2B5EF4-FFF2-40B4-BE49-F238E27FC236}">
                <a16:creationId xmlns:a16="http://schemas.microsoft.com/office/drawing/2014/main" id="{856165CC-D686-4B24-B5FD-3A0F596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162" y="1639842"/>
            <a:ext cx="535914" cy="347967"/>
          </a:xfrm>
          <a:custGeom xmlns:a="http://schemas.openxmlformats.org/drawingml/2006/main">
            <a:pathLst>
              <a:path w="535914" h="347967">
                <a:moveTo>
                  <a:pt x="0" y="347967"/>
                </a:moveTo>
                <a:lnTo>
                  <a:pt x="328506" y="90099"/>
                </a:lnTo>
                <a:lnTo>
                  <a:pt x="529164" y="7767"/>
                </a:lnTo>
                <a:lnTo>
                  <a:pt x="535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dash"/>
          </a:ln>
        </p:spPr>
      </p:sp>
      <p:sp>
        <p:nvSpPr>
          <p:cNvPr id="78" name="data-marker-249">
            <a:extLst xmlns:a="http://schemas.openxmlformats.org/drawingml/2006/main">
              <a:ext uri="{FF2B5EF4-FFF2-40B4-BE49-F238E27FC236}">
                <a16:creationId xmlns:a16="http://schemas.microsoft.com/office/drawing/2014/main" id="{350DF4C5-0EA1-4F35-8240-EE90B07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350" y="19639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9" name="data-marker-250">
            <a:extLst xmlns:a="http://schemas.openxmlformats.org/drawingml/2006/main">
              <a:ext uri="{FF2B5EF4-FFF2-40B4-BE49-F238E27FC236}">
                <a16:creationId xmlns:a16="http://schemas.microsoft.com/office/drawing/2014/main" id="{7030AD50-16C2-41F1-B6A5-D5FFE56A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55" y="170612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0" name="data-marker-251">
            <a:extLst xmlns:a="http://schemas.openxmlformats.org/drawingml/2006/main">
              <a:ext uri="{FF2B5EF4-FFF2-40B4-BE49-F238E27FC236}">
                <a16:creationId xmlns:a16="http://schemas.microsoft.com/office/drawing/2014/main" id="{B68191E8-00A6-4A54-B354-1877D75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513" y="16237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1" name="data-marker-252">
            <a:extLst xmlns:a="http://schemas.openxmlformats.org/drawingml/2006/main">
              <a:ext uri="{FF2B5EF4-FFF2-40B4-BE49-F238E27FC236}">
                <a16:creationId xmlns:a16="http://schemas.microsoft.com/office/drawing/2014/main" id="{AF2C939C-42BF-4961-BD94-795DD675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263" y="161603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2" name="path-253">
            <a:extLst xmlns:a="http://schemas.openxmlformats.org/drawingml/2006/main">
              <a:ext uri="{FF2B5EF4-FFF2-40B4-BE49-F238E27FC236}">
                <a16:creationId xmlns:a16="http://schemas.microsoft.com/office/drawing/2014/main" id="{6279EB43-4051-4767-8E19-9F03A96C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70675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dash"/>
          </a:ln>
        </p:spPr>
      </p:sp>
      <p:sp>
        <p:nvSpPr>
          <p:cNvPr id="83" name="data-marker-254">
            <a:extLst xmlns:a="http://schemas.openxmlformats.org/drawingml/2006/main">
              <a:ext uri="{FF2B5EF4-FFF2-40B4-BE49-F238E27FC236}">
                <a16:creationId xmlns:a16="http://schemas.microsoft.com/office/drawing/2014/main" id="{3121711A-C9B5-4E68-A80E-58B1FFE7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291" y="685324"/>
            <a:ext cx="42863" cy="428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84" name="text-255">
            <a:extLst xmlns:a="http://schemas.openxmlformats.org/drawingml/2006/main">
              <a:ext uri="{FF2B5EF4-FFF2-40B4-BE49-F238E27FC236}">
                <a16:creationId xmlns:a16="http://schemas.microsoft.com/office/drawing/2014/main" id="{BBFE9227-2E33-4FF0-9D80-D4932C7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64008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Fitted static + stop</a:t>
            </a:r>
          </a:p>
        </p:txBody>
      </p:sp>
      <p:sp>
        <p:nvSpPr>
          <p:cNvPr id="85" name="path-256">
            <a:extLst xmlns:a="http://schemas.openxmlformats.org/drawingml/2006/main">
              <a:ext uri="{FF2B5EF4-FFF2-40B4-BE49-F238E27FC236}">
                <a16:creationId xmlns:a16="http://schemas.microsoft.com/office/drawing/2014/main" id="{CA7981FA-2031-414D-9F3F-A7C8B46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879627"/>
            <a:ext cx="95" cy="26846"/>
          </a:xfrm>
          <a:custGeom xmlns:a="http://schemas.openxmlformats.org/drawingml/2006/main">
            <a:pathLst>
              <a:path w="95" h="26846">
                <a:moveTo>
                  <a:pt x="0" y="268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6" name="path-257">
            <a:extLst xmlns:a="http://schemas.openxmlformats.org/drawingml/2006/main">
              <a:ext uri="{FF2B5EF4-FFF2-40B4-BE49-F238E27FC236}">
                <a16:creationId xmlns:a16="http://schemas.microsoft.com/office/drawing/2014/main" id="{F6C764F1-0A86-4AC9-B13A-FCBB0524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0647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7" name="path-258">
            <a:extLst xmlns:a="http://schemas.openxmlformats.org/drawingml/2006/main">
              <a:ext uri="{FF2B5EF4-FFF2-40B4-BE49-F238E27FC236}">
                <a16:creationId xmlns:a16="http://schemas.microsoft.com/office/drawing/2014/main" id="{2C5FF296-3095-4670-A87A-56EBBFC5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8796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8" name="path-259">
            <a:extLst xmlns:a="http://schemas.openxmlformats.org/drawingml/2006/main">
              <a:ext uri="{FF2B5EF4-FFF2-40B4-BE49-F238E27FC236}">
                <a16:creationId xmlns:a16="http://schemas.microsoft.com/office/drawing/2014/main" id="{20C22CDF-08BD-46EB-8A58-E31DFF9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560" y="1604176"/>
            <a:ext cx="95" cy="155218"/>
          </a:xfrm>
          <a:custGeom xmlns:a="http://schemas.openxmlformats.org/drawingml/2006/main">
            <a:pathLst>
              <a:path w="95" h="155218">
                <a:moveTo>
                  <a:pt x="0" y="1552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9" name="path-260">
            <a:extLst xmlns:a="http://schemas.openxmlformats.org/drawingml/2006/main">
              <a:ext uri="{FF2B5EF4-FFF2-40B4-BE49-F238E27FC236}">
                <a16:creationId xmlns:a16="http://schemas.microsoft.com/office/drawing/2014/main" id="{20574FC8-ED21-4B5D-8B2F-7B12E05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652" y="175939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0" name="path-261">
            <a:extLst xmlns:a="http://schemas.openxmlformats.org/drawingml/2006/main">
              <a:ext uri="{FF2B5EF4-FFF2-40B4-BE49-F238E27FC236}">
                <a16:creationId xmlns:a16="http://schemas.microsoft.com/office/drawing/2014/main" id="{5FFDA0D8-1E17-493E-84F0-2140C01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652" y="160417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1" name="path-262">
            <a:extLst xmlns:a="http://schemas.openxmlformats.org/drawingml/2006/main">
              <a:ext uri="{FF2B5EF4-FFF2-40B4-BE49-F238E27FC236}">
                <a16:creationId xmlns:a16="http://schemas.microsoft.com/office/drawing/2014/main" id="{19CAE11E-79FF-4207-97C5-73B32C25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627" y="1509492"/>
            <a:ext cx="95" cy="210991"/>
          </a:xfrm>
          <a:custGeom xmlns:a="http://schemas.openxmlformats.org/drawingml/2006/main">
            <a:pathLst>
              <a:path w="95" h="210991">
                <a:moveTo>
                  <a:pt x="0" y="210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2" name="path-263">
            <a:extLst xmlns:a="http://schemas.openxmlformats.org/drawingml/2006/main">
              <a:ext uri="{FF2B5EF4-FFF2-40B4-BE49-F238E27FC236}">
                <a16:creationId xmlns:a16="http://schemas.microsoft.com/office/drawing/2014/main" id="{9E7F2E21-172B-483F-9372-C4D3E54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720" y="172048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3" name="path-264">
            <a:extLst xmlns:a="http://schemas.openxmlformats.org/drawingml/2006/main">
              <a:ext uri="{FF2B5EF4-FFF2-40B4-BE49-F238E27FC236}">
                <a16:creationId xmlns:a16="http://schemas.microsoft.com/office/drawing/2014/main" id="{EA462210-23BB-4FCB-B76C-C34461C3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720" y="150949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4" name="path-265">
            <a:extLst xmlns:a="http://schemas.openxmlformats.org/drawingml/2006/main">
              <a:ext uri="{FF2B5EF4-FFF2-40B4-BE49-F238E27FC236}">
                <a16:creationId xmlns:a16="http://schemas.microsoft.com/office/drawing/2014/main" id="{EDD707A2-838C-4920-9B78-AB1A9E23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220" y="1505929"/>
            <a:ext cx="95" cy="215010"/>
          </a:xfrm>
          <a:custGeom xmlns:a="http://schemas.openxmlformats.org/drawingml/2006/main">
            <a:pathLst>
              <a:path w="95" h="215010">
                <a:moveTo>
                  <a:pt x="0" y="215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5" name="path-266">
            <a:extLst xmlns:a="http://schemas.openxmlformats.org/drawingml/2006/main">
              <a:ext uri="{FF2B5EF4-FFF2-40B4-BE49-F238E27FC236}">
                <a16:creationId xmlns:a16="http://schemas.microsoft.com/office/drawing/2014/main" id="{3A354791-8010-471A-AF91-110444E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13" y="172093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6" name="path-267">
            <a:extLst xmlns:a="http://schemas.openxmlformats.org/drawingml/2006/main">
              <a:ext uri="{FF2B5EF4-FFF2-40B4-BE49-F238E27FC236}">
                <a16:creationId xmlns:a16="http://schemas.microsoft.com/office/drawing/2014/main" id="{945B3ECD-6A1D-4641-A912-862148A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13" y="150592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7" name="data-curve-268">
            <a:extLst xmlns:a="http://schemas.openxmlformats.org/drawingml/2006/main">
              <a:ext uri="{FF2B5EF4-FFF2-40B4-BE49-F238E27FC236}">
                <a16:creationId xmlns:a16="http://schemas.microsoft.com/office/drawing/2014/main" id="{E6202BC2-40B6-4E19-BD11-4057F86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613434"/>
            <a:ext cx="359978" cy="279616"/>
          </a:xfrm>
          <a:custGeom xmlns:a="http://schemas.openxmlformats.org/drawingml/2006/main">
            <a:pathLst>
              <a:path w="359978" h="279616">
                <a:moveTo>
                  <a:pt x="0" y="279616"/>
                </a:moveTo>
                <a:lnTo>
                  <a:pt x="267318" y="68351"/>
                </a:lnTo>
                <a:lnTo>
                  <a:pt x="355385" y="1553"/>
                </a:lnTo>
                <a:lnTo>
                  <a:pt x="3599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dash"/>
          </a:ln>
        </p:spPr>
      </p:sp>
      <p:sp>
        <p:nvSpPr>
          <p:cNvPr id="98" name="data-marker-269">
            <a:extLst xmlns:a="http://schemas.openxmlformats.org/drawingml/2006/main">
              <a:ext uri="{FF2B5EF4-FFF2-40B4-BE49-F238E27FC236}">
                <a16:creationId xmlns:a16="http://schemas.microsoft.com/office/drawing/2014/main" id="{CA020B12-0513-47EE-BDF9-850EB96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869238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99" name="data-marker-270">
            <a:extLst xmlns:a="http://schemas.openxmlformats.org/drawingml/2006/main">
              <a:ext uri="{FF2B5EF4-FFF2-40B4-BE49-F238E27FC236}">
                <a16:creationId xmlns:a16="http://schemas.microsoft.com/office/drawing/2014/main" id="{791C651A-A5EE-472B-BAE8-50DC6AB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47" y="1657972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0" name="data-marker-271">
            <a:extLst xmlns:a="http://schemas.openxmlformats.org/drawingml/2006/main">
              <a:ext uri="{FF2B5EF4-FFF2-40B4-BE49-F238E27FC236}">
                <a16:creationId xmlns:a16="http://schemas.microsoft.com/office/drawing/2014/main" id="{C93A08A1-2A26-4CCF-A749-8EA89EC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815" y="1591175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1" name="data-marker-272">
            <a:extLst xmlns:a="http://schemas.openxmlformats.org/drawingml/2006/main">
              <a:ext uri="{FF2B5EF4-FFF2-40B4-BE49-F238E27FC236}">
                <a16:creationId xmlns:a16="http://schemas.microsoft.com/office/drawing/2014/main" id="{69DDF2D8-A9FA-4403-BC33-44028ED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408" y="1589621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2" name="path-273">
            <a:extLst xmlns:a="http://schemas.openxmlformats.org/drawingml/2006/main">
              <a:ext uri="{FF2B5EF4-FFF2-40B4-BE49-F238E27FC236}">
                <a16:creationId xmlns:a16="http://schemas.microsoft.com/office/drawing/2014/main" id="{960ED079-ECE8-494B-B4BD-E747B55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8782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dot"/>
          </a:ln>
        </p:spPr>
      </p:sp>
      <p:sp>
        <p:nvSpPr>
          <p:cNvPr id="103" name="data-marker-274">
            <a:extLst xmlns:a="http://schemas.openxmlformats.org/drawingml/2006/main">
              <a:ext uri="{FF2B5EF4-FFF2-40B4-BE49-F238E27FC236}">
                <a16:creationId xmlns:a16="http://schemas.microsoft.com/office/drawing/2014/main" id="{7BEA9B42-B651-4D08-9288-1AF54B1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85677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04" name="text-275">
            <a:extLst xmlns:a="http://schemas.openxmlformats.org/drawingml/2006/main">
              <a:ext uri="{FF2B5EF4-FFF2-40B4-BE49-F238E27FC236}">
                <a16:creationId xmlns:a16="http://schemas.microsoft.com/office/drawing/2014/main" id="{A65F4F2E-C492-42F4-BBFD-16DC905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8115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Schema-order fixed</a:t>
            </a:r>
          </a:p>
        </p:txBody>
      </p:sp>
      <p:sp>
        <p:nvSpPr>
          <p:cNvPr id="105" name="path-276">
            <a:extLst xmlns:a="http://schemas.openxmlformats.org/drawingml/2006/main">
              <a:ext uri="{FF2B5EF4-FFF2-40B4-BE49-F238E27FC236}">
                <a16:creationId xmlns:a16="http://schemas.microsoft.com/office/drawing/2014/main" id="{161064CA-7055-4143-AAC6-938B00B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910243"/>
            <a:ext cx="95" cy="145812"/>
          </a:xfrm>
          <a:custGeom xmlns:a="http://schemas.openxmlformats.org/drawingml/2006/main">
            <a:pathLst>
              <a:path w="95" h="145812">
                <a:moveTo>
                  <a:pt x="0" y="1458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6" name="path-277">
            <a:extLst xmlns:a="http://schemas.openxmlformats.org/drawingml/2006/main">
              <a:ext uri="{FF2B5EF4-FFF2-40B4-BE49-F238E27FC236}">
                <a16:creationId xmlns:a16="http://schemas.microsoft.com/office/drawing/2014/main" id="{3102178E-C4C9-4591-8456-16D9EDF6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205605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7" name="path-278">
            <a:extLst xmlns:a="http://schemas.openxmlformats.org/drawingml/2006/main">
              <a:ext uri="{FF2B5EF4-FFF2-40B4-BE49-F238E27FC236}">
                <a16:creationId xmlns:a16="http://schemas.microsoft.com/office/drawing/2014/main" id="{840B82C7-C065-47CF-AED1-11ED59AE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1024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8" name="path-279">
            <a:extLst xmlns:a="http://schemas.openxmlformats.org/drawingml/2006/main">
              <a:ext uri="{FF2B5EF4-FFF2-40B4-BE49-F238E27FC236}">
                <a16:creationId xmlns:a16="http://schemas.microsoft.com/office/drawing/2014/main" id="{7D2C9F3C-2D04-4EFA-AA3B-5263301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1782665"/>
            <a:ext cx="95" cy="183488"/>
          </a:xfrm>
          <a:custGeom xmlns:a="http://schemas.openxmlformats.org/drawingml/2006/main">
            <a:pathLst>
              <a:path w="95" h="183488">
                <a:moveTo>
                  <a:pt x="0" y="1834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9" name="path-280">
            <a:extLst xmlns:a="http://schemas.openxmlformats.org/drawingml/2006/main">
              <a:ext uri="{FF2B5EF4-FFF2-40B4-BE49-F238E27FC236}">
                <a16:creationId xmlns:a16="http://schemas.microsoft.com/office/drawing/2014/main" id="{97535EC6-5EF7-4EDB-8B6E-EF265F0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96615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0" name="path-281">
            <a:extLst xmlns:a="http://schemas.openxmlformats.org/drawingml/2006/main">
              <a:ext uri="{FF2B5EF4-FFF2-40B4-BE49-F238E27FC236}">
                <a16:creationId xmlns:a16="http://schemas.microsoft.com/office/drawing/2014/main" id="{2357991A-8BFC-4590-8671-9CDAE73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78266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1" name="path-282">
            <a:extLst xmlns:a="http://schemas.openxmlformats.org/drawingml/2006/main">
              <a:ext uri="{FF2B5EF4-FFF2-40B4-BE49-F238E27FC236}">
                <a16:creationId xmlns:a16="http://schemas.microsoft.com/office/drawing/2014/main" id="{673A13F8-5C56-4664-8F57-28B310B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1551470"/>
            <a:ext cx="95" cy="130142"/>
          </a:xfrm>
          <a:custGeom xmlns:a="http://schemas.openxmlformats.org/drawingml/2006/main">
            <a:pathLst>
              <a:path w="95" h="130142">
                <a:moveTo>
                  <a:pt x="0" y="1301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2" name="path-283">
            <a:extLst xmlns:a="http://schemas.openxmlformats.org/drawingml/2006/main">
              <a:ext uri="{FF2B5EF4-FFF2-40B4-BE49-F238E27FC236}">
                <a16:creationId xmlns:a16="http://schemas.microsoft.com/office/drawing/2014/main" id="{82F963F3-5750-4B51-9DCD-F1B25DF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68161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3" name="path-284">
            <a:extLst xmlns:a="http://schemas.openxmlformats.org/drawingml/2006/main">
              <a:ext uri="{FF2B5EF4-FFF2-40B4-BE49-F238E27FC236}">
                <a16:creationId xmlns:a16="http://schemas.microsoft.com/office/drawing/2014/main" id="{E17DE0C7-6B8C-4173-AE64-AAEB007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55147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4" name="path-285">
            <a:extLst xmlns:a="http://schemas.openxmlformats.org/drawingml/2006/main">
              <a:ext uri="{FF2B5EF4-FFF2-40B4-BE49-F238E27FC236}">
                <a16:creationId xmlns:a16="http://schemas.microsoft.com/office/drawing/2014/main" id="{C6348471-BBE3-484E-81D7-4921B37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1342667"/>
            <a:ext cx="95" cy="143858"/>
          </a:xfrm>
          <a:custGeom xmlns:a="http://schemas.openxmlformats.org/drawingml/2006/main">
            <a:pathLst>
              <a:path w="95" h="143858">
                <a:moveTo>
                  <a:pt x="0" y="143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5" name="path-286">
            <a:extLst xmlns:a="http://schemas.openxmlformats.org/drawingml/2006/main">
              <a:ext uri="{FF2B5EF4-FFF2-40B4-BE49-F238E27FC236}">
                <a16:creationId xmlns:a16="http://schemas.microsoft.com/office/drawing/2014/main" id="{77EE633E-DFED-4ED2-BF3C-4AF4295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48652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6" name="path-287">
            <a:extLst xmlns:a="http://schemas.openxmlformats.org/drawingml/2006/main">
              <a:ext uri="{FF2B5EF4-FFF2-40B4-BE49-F238E27FC236}">
                <a16:creationId xmlns:a16="http://schemas.microsoft.com/office/drawing/2014/main" id="{73DEEDA4-97F6-4339-8E40-8F1885F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34266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7" name="data-curve-288">
            <a:extLst xmlns:a="http://schemas.openxmlformats.org/drawingml/2006/main">
              <a:ext uri="{FF2B5EF4-FFF2-40B4-BE49-F238E27FC236}">
                <a16:creationId xmlns:a16="http://schemas.microsoft.com/office/drawing/2014/main" id="{6D293A6E-7673-4956-A88B-862B531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414596"/>
            <a:ext cx="2277533" cy="568554"/>
          </a:xfrm>
          <a:custGeom xmlns:a="http://schemas.openxmlformats.org/drawingml/2006/main">
            <a:pathLst>
              <a:path w="2277533" h="568554">
                <a:moveTo>
                  <a:pt x="0" y="568554"/>
                </a:moveTo>
                <a:lnTo>
                  <a:pt x="379589" y="459814"/>
                </a:lnTo>
                <a:lnTo>
                  <a:pt x="1138767" y="201945"/>
                </a:lnTo>
                <a:lnTo>
                  <a:pt x="227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E6E6E"/>
            </a:solidFill>
            <a:prstDash val="dot"/>
          </a:ln>
        </p:spPr>
      </p:sp>
      <p:sp>
        <p:nvSpPr>
          <p:cNvPr id="118" name="data-marker-289">
            <a:extLst xmlns:a="http://schemas.openxmlformats.org/drawingml/2006/main">
              <a:ext uri="{FF2B5EF4-FFF2-40B4-BE49-F238E27FC236}">
                <a16:creationId xmlns:a16="http://schemas.microsoft.com/office/drawing/2014/main" id="{5085E522-05BE-499C-9EC7-97ED1C7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95933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19" name="data-marker-290">
            <a:extLst xmlns:a="http://schemas.openxmlformats.org/drawingml/2006/main">
              <a:ext uri="{FF2B5EF4-FFF2-40B4-BE49-F238E27FC236}">
                <a16:creationId xmlns:a16="http://schemas.microsoft.com/office/drawing/2014/main" id="{696A370B-C3A1-4643-A741-42A22936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18" y="18505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20" name="data-marker-291">
            <a:extLst xmlns:a="http://schemas.openxmlformats.org/drawingml/2006/main">
              <a:ext uri="{FF2B5EF4-FFF2-40B4-BE49-F238E27FC236}">
                <a16:creationId xmlns:a16="http://schemas.microsoft.com/office/drawing/2014/main" id="{0CD8F21B-5B94-41A3-A272-842D10E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96" y="159272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21" name="data-marker-292">
            <a:extLst xmlns:a="http://schemas.openxmlformats.org/drawingml/2006/main">
              <a:ext uri="{FF2B5EF4-FFF2-40B4-BE49-F238E27FC236}">
                <a16:creationId xmlns:a16="http://schemas.microsoft.com/office/drawing/2014/main" id="{D4C3464A-9710-483C-97CC-9F54A24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63" y="1390783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9696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ext-293">
            <a:extLst xmlns:a="http://schemas.openxmlformats.org/drawingml/2006/main">
              <a:ext uri="{FF2B5EF4-FFF2-40B4-BE49-F238E27FC236}">
                <a16:creationId xmlns:a16="http://schemas.microsoft.com/office/drawing/2014/main" id="{BA115335-638E-4E3D-B519-0240F045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40767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Accuracy difference (pp)</a:t>
            </a:r>
          </a:p>
        </p:txBody>
      </p:sp>
      <p:sp>
        <p:nvSpPr>
          <p:cNvPr id="2" name="path-294">
            <a:extLst xmlns:a="http://schemas.openxmlformats.org/drawingml/2006/main">
              <a:ext uri="{FF2B5EF4-FFF2-40B4-BE49-F238E27FC236}">
                <a16:creationId xmlns:a16="http://schemas.microsoft.com/office/drawing/2014/main" id="{49C5211C-E66E-49A7-A916-CD3A23E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3602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FF857647-2B43-483A-BE78-A76B18D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2936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4" name="path-296">
            <a:extLst xmlns:a="http://schemas.openxmlformats.org/drawingml/2006/main">
              <a:ext uri="{FF2B5EF4-FFF2-40B4-BE49-F238E27FC236}">
                <a16:creationId xmlns:a16="http://schemas.microsoft.com/office/drawing/2014/main" id="{D1BD7395-D700-4EE2-98AB-304B9B12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02692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3E2528CE-975B-4E60-8241-8CE281C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96024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-4</a:t>
            </a:r>
          </a:p>
        </p:txBody>
      </p:sp>
      <p:sp>
        <p:nvSpPr>
          <p:cNvPr id="6" name="path-298">
            <a:extLst xmlns:a="http://schemas.openxmlformats.org/drawingml/2006/main">
              <a:ext uri="{FF2B5EF4-FFF2-40B4-BE49-F238E27FC236}">
                <a16:creationId xmlns:a16="http://schemas.microsoft.com/office/drawing/2014/main" id="{B689C469-708B-417A-A52F-B3C0B1B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69354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60CE8677-FAFB-42D5-9199-B3B827A9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62687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8" name="path-300">
            <a:extLst xmlns:a="http://schemas.openxmlformats.org/drawingml/2006/main">
              <a:ext uri="{FF2B5EF4-FFF2-40B4-BE49-F238E27FC236}">
                <a16:creationId xmlns:a16="http://schemas.microsoft.com/office/drawing/2014/main" id="{56D18FDF-DCF6-4D03-A48B-DB3AFD5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36017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2D5E302E-FB6C-42E0-8F3A-CA45FDB5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29349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path-302">
            <a:extLst xmlns:a="http://schemas.openxmlformats.org/drawingml/2006/main">
              <a:ext uri="{FF2B5EF4-FFF2-40B4-BE49-F238E27FC236}">
                <a16:creationId xmlns:a16="http://schemas.microsoft.com/office/drawing/2014/main" id="{B2C23E4F-3909-44A2-ACF0-EA20904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267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52104068-1899-42ED-8503-5223884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9601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ath-304">
            <a:extLst xmlns:a="http://schemas.openxmlformats.org/drawingml/2006/main">
              <a:ext uri="{FF2B5EF4-FFF2-40B4-BE49-F238E27FC236}">
                <a16:creationId xmlns:a16="http://schemas.microsoft.com/office/drawing/2014/main" id="{80910B55-A3D2-413B-80D6-0CC8B613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26795"/>
            <a:ext cx="2562225" cy="1333500"/>
          </a:xfrm>
          <a:custGeom xmlns:a="http://schemas.openxmlformats.org/drawingml/2006/main">
            <a:pathLst>
              <a:path w="2562225" h="1333500">
                <a:moveTo>
                  <a:pt x="0" y="0"/>
                </a:moveTo>
                <a:lnTo>
                  <a:pt x="0" y="1333500"/>
                </a:lnTo>
                <a:lnTo>
                  <a:pt x="2562225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305">
            <a:extLst xmlns:a="http://schemas.openxmlformats.org/drawingml/2006/main">
              <a:ext uri="{FF2B5EF4-FFF2-40B4-BE49-F238E27FC236}">
                <a16:creationId xmlns:a16="http://schemas.microsoft.com/office/drawing/2014/main" id="{F4C74E6B-FEA0-4223-A521-F1FD456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306">
            <a:extLst xmlns:a="http://schemas.openxmlformats.org/drawingml/2006/main">
              <a:ext uri="{FF2B5EF4-FFF2-40B4-BE49-F238E27FC236}">
                <a16:creationId xmlns:a16="http://schemas.microsoft.com/office/drawing/2014/main" id="{73F13C76-0AC9-4F8A-BBC9-8FEC0E3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77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ath-307">
            <a:extLst xmlns:a="http://schemas.openxmlformats.org/drawingml/2006/main">
              <a:ext uri="{FF2B5EF4-FFF2-40B4-BE49-F238E27FC236}">
                <a16:creationId xmlns:a16="http://schemas.microsoft.com/office/drawing/2014/main" id="{B856F0DE-537C-4560-A845-04188AFF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308">
            <a:extLst xmlns:a="http://schemas.openxmlformats.org/drawingml/2006/main">
              <a:ext uri="{FF2B5EF4-FFF2-40B4-BE49-F238E27FC236}">
                <a16:creationId xmlns:a16="http://schemas.microsoft.com/office/drawing/2014/main" id="{8BDFE34F-0EC4-41DC-B3C7-7202DEF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544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ath-309">
            <a:extLst xmlns:a="http://schemas.openxmlformats.org/drawingml/2006/main">
              <a:ext uri="{FF2B5EF4-FFF2-40B4-BE49-F238E27FC236}">
                <a16:creationId xmlns:a16="http://schemas.microsoft.com/office/drawing/2014/main" id="{A37490BB-D1E9-4450-BB05-79611CD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310">
            <a:extLst xmlns:a="http://schemas.openxmlformats.org/drawingml/2006/main">
              <a:ext uri="{FF2B5EF4-FFF2-40B4-BE49-F238E27FC236}">
                <a16:creationId xmlns:a16="http://schemas.microsoft.com/office/drawing/2014/main" id="{64BCAD16-C3B6-4B40-AD8F-7CBBD62D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path-311">
            <a:extLst xmlns:a="http://schemas.openxmlformats.org/drawingml/2006/main">
              <a:ext uri="{FF2B5EF4-FFF2-40B4-BE49-F238E27FC236}">
                <a16:creationId xmlns:a16="http://schemas.microsoft.com/office/drawing/2014/main" id="{CF79972D-47DA-49B6-9F45-8472924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312">
            <a:extLst xmlns:a="http://schemas.openxmlformats.org/drawingml/2006/main">
              <a:ext uri="{FF2B5EF4-FFF2-40B4-BE49-F238E27FC236}">
                <a16:creationId xmlns:a16="http://schemas.microsoft.com/office/drawing/2014/main" id="{88915ACC-BBD6-4719-9FC9-C23743D8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76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1" name="path-313">
            <a:extLst xmlns:a="http://schemas.openxmlformats.org/drawingml/2006/main">
              <a:ext uri="{FF2B5EF4-FFF2-40B4-BE49-F238E27FC236}">
                <a16:creationId xmlns:a16="http://schemas.microsoft.com/office/drawing/2014/main" id="{7789FD5B-9186-4AB5-B500-C061F2D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2" name="text-314">
            <a:extLst xmlns:a="http://schemas.openxmlformats.org/drawingml/2006/main">
              <a:ext uri="{FF2B5EF4-FFF2-40B4-BE49-F238E27FC236}">
                <a16:creationId xmlns:a16="http://schemas.microsoft.com/office/drawing/2014/main" id="{A92987CA-6442-453F-9B65-832A169A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543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3" name="text-315">
            <a:extLst xmlns:a="http://schemas.openxmlformats.org/drawingml/2006/main">
              <a:ext uri="{FF2B5EF4-FFF2-40B4-BE49-F238E27FC236}">
                <a16:creationId xmlns:a16="http://schemas.microsoft.com/office/drawing/2014/main" id="{0828F80A-F6FB-458E-8717-2CCB9C9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61175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Maximum concept groups (K)</a:t>
            </a:r>
          </a:p>
        </p:txBody>
      </p:sp>
      <p:sp>
        <p:nvSpPr>
          <p:cNvPr id="24" name="path-316">
            <a:extLst xmlns:a="http://schemas.openxmlformats.org/drawingml/2006/main">
              <a:ext uri="{FF2B5EF4-FFF2-40B4-BE49-F238E27FC236}">
                <a16:creationId xmlns:a16="http://schemas.microsoft.com/office/drawing/2014/main" id="{B172764D-326B-4EEC-A867-BF22362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75057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25" name="data-marker-317">
            <a:extLst xmlns:a="http://schemas.openxmlformats.org/drawingml/2006/main">
              <a:ext uri="{FF2B5EF4-FFF2-40B4-BE49-F238E27FC236}">
                <a16:creationId xmlns:a16="http://schemas.microsoft.com/office/drawing/2014/main" id="{AF1EEF50-663D-42B4-9B7A-640F965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729139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6" name="text-318">
            <a:extLst xmlns:a="http://schemas.openxmlformats.org/drawingml/2006/main">
              <a:ext uri="{FF2B5EF4-FFF2-40B4-BE49-F238E27FC236}">
                <a16:creationId xmlns:a16="http://schemas.microsoft.com/office/drawing/2014/main" id="{C76CE198-52F3-4E4B-A683-26A6C69E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683895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7" name="path-319">
            <a:extLst xmlns:a="http://schemas.openxmlformats.org/drawingml/2006/main">
              <a:ext uri="{FF2B5EF4-FFF2-40B4-BE49-F238E27FC236}">
                <a16:creationId xmlns:a16="http://schemas.microsoft.com/office/drawing/2014/main" id="{859047C2-1343-4E8D-AC5E-A5F8EA3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75057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dash"/>
          </a:ln>
        </p:spPr>
      </p:sp>
      <p:sp>
        <p:nvSpPr>
          <p:cNvPr id="28" name="data-marker-320">
            <a:extLst xmlns:a="http://schemas.openxmlformats.org/drawingml/2006/main">
              <a:ext uri="{FF2B5EF4-FFF2-40B4-BE49-F238E27FC236}">
                <a16:creationId xmlns:a16="http://schemas.microsoft.com/office/drawing/2014/main" id="{23938981-A8F0-4D46-A4B2-5429F3A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416" y="729139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9" name="text-321">
            <a:extLst xmlns:a="http://schemas.openxmlformats.org/drawingml/2006/main">
              <a:ext uri="{FF2B5EF4-FFF2-40B4-BE49-F238E27FC236}">
                <a16:creationId xmlns:a16="http://schemas.microsoft.com/office/drawing/2014/main" id="{FB9717EB-5E67-4DAE-B5E1-B5348A4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683895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Value, singleton</a:t>
            </a:r>
          </a:p>
        </p:txBody>
      </p:sp>
      <p:sp>
        <p:nvSpPr>
          <p:cNvPr id="30" name="path-322">
            <a:extLst xmlns:a="http://schemas.openxmlformats.org/drawingml/2006/main">
              <a:ext uri="{FF2B5EF4-FFF2-40B4-BE49-F238E27FC236}">
                <a16:creationId xmlns:a16="http://schemas.microsoft.com/office/drawing/2014/main" id="{D3D68ADF-9B53-4ED7-BCA3-387E4E9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253694"/>
            <a:ext cx="95" cy="423415"/>
          </a:xfrm>
          <a:custGeom xmlns:a="http://schemas.openxmlformats.org/drawingml/2006/main">
            <a:pathLst>
              <a:path w="95" h="423415">
                <a:moveTo>
                  <a:pt x="0" y="4234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1" name="path-323">
            <a:extLst xmlns:a="http://schemas.openxmlformats.org/drawingml/2006/main">
              <a:ext uri="{FF2B5EF4-FFF2-40B4-BE49-F238E27FC236}">
                <a16:creationId xmlns:a16="http://schemas.microsoft.com/office/drawing/2014/main" id="{BA8125DE-45A1-46E9-B16C-EB7ED06D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67711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2" name="path-324">
            <a:extLst xmlns:a="http://schemas.openxmlformats.org/drawingml/2006/main">
              <a:ext uri="{FF2B5EF4-FFF2-40B4-BE49-F238E27FC236}">
                <a16:creationId xmlns:a16="http://schemas.microsoft.com/office/drawing/2014/main" id="{DE8D2E90-CEFA-4C9D-9FDD-3F0467A4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25369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3" name="path-325">
            <a:extLst xmlns:a="http://schemas.openxmlformats.org/drawingml/2006/main">
              <a:ext uri="{FF2B5EF4-FFF2-40B4-BE49-F238E27FC236}">
                <a16:creationId xmlns:a16="http://schemas.microsoft.com/office/drawing/2014/main" id="{416A1E19-703C-4979-B269-7C6A26D3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1568872"/>
            <a:ext cx="95" cy="606855"/>
          </a:xfrm>
          <a:custGeom xmlns:a="http://schemas.openxmlformats.org/drawingml/2006/main">
            <a:pathLst>
              <a:path w="95" h="606855">
                <a:moveTo>
                  <a:pt x="0" y="606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4" name="path-326">
            <a:extLst xmlns:a="http://schemas.openxmlformats.org/drawingml/2006/main">
              <a:ext uri="{FF2B5EF4-FFF2-40B4-BE49-F238E27FC236}">
                <a16:creationId xmlns:a16="http://schemas.microsoft.com/office/drawing/2014/main" id="{D3F0887B-8B2C-41F6-8665-F858E4D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21757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5" name="path-327">
            <a:extLst xmlns:a="http://schemas.openxmlformats.org/drawingml/2006/main">
              <a:ext uri="{FF2B5EF4-FFF2-40B4-BE49-F238E27FC236}">
                <a16:creationId xmlns:a16="http://schemas.microsoft.com/office/drawing/2014/main" id="{994DD4B8-9F91-487C-A8B1-79722BA1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156887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6" name="path-328">
            <a:extLst xmlns:a="http://schemas.openxmlformats.org/drawingml/2006/main">
              <a:ext uri="{FF2B5EF4-FFF2-40B4-BE49-F238E27FC236}">
                <a16:creationId xmlns:a16="http://schemas.microsoft.com/office/drawing/2014/main" id="{6B7EFF0B-14D3-47F8-956F-8D8B0999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44486"/>
            <a:ext cx="95" cy="748824"/>
          </a:xfrm>
          <a:custGeom xmlns:a="http://schemas.openxmlformats.org/drawingml/2006/main">
            <a:pathLst>
              <a:path w="95" h="748824">
                <a:moveTo>
                  <a:pt x="0" y="7488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7" name="path-329">
            <a:extLst xmlns:a="http://schemas.openxmlformats.org/drawingml/2006/main">
              <a:ext uri="{FF2B5EF4-FFF2-40B4-BE49-F238E27FC236}">
                <a16:creationId xmlns:a16="http://schemas.microsoft.com/office/drawing/2014/main" id="{E6536A73-54B1-4F07-A034-73442C1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209331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8" name="path-330">
            <a:extLst xmlns:a="http://schemas.openxmlformats.org/drawingml/2006/main">
              <a:ext uri="{FF2B5EF4-FFF2-40B4-BE49-F238E27FC236}">
                <a16:creationId xmlns:a16="http://schemas.microsoft.com/office/drawing/2014/main" id="{9EF02E74-EF42-4F81-A7FA-4A67295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34448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9" name="path-331">
            <a:extLst xmlns:a="http://schemas.openxmlformats.org/drawingml/2006/main">
              <a:ext uri="{FF2B5EF4-FFF2-40B4-BE49-F238E27FC236}">
                <a16:creationId xmlns:a16="http://schemas.microsoft.com/office/drawing/2014/main" id="{4C8C25C5-B0EE-497E-BC77-ADDD30A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1235313"/>
            <a:ext cx="95" cy="561448"/>
          </a:xfrm>
          <a:custGeom xmlns:a="http://schemas.openxmlformats.org/drawingml/2006/main">
            <a:pathLst>
              <a:path w="95" h="561448">
                <a:moveTo>
                  <a:pt x="0" y="5614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0" name="path-332">
            <a:extLst xmlns:a="http://schemas.openxmlformats.org/drawingml/2006/main">
              <a:ext uri="{FF2B5EF4-FFF2-40B4-BE49-F238E27FC236}">
                <a16:creationId xmlns:a16="http://schemas.microsoft.com/office/drawing/2014/main" id="{D7F11080-054E-4F40-98CE-93DC1A1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79676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1" name="path-333">
            <a:extLst xmlns:a="http://schemas.openxmlformats.org/drawingml/2006/main">
              <a:ext uri="{FF2B5EF4-FFF2-40B4-BE49-F238E27FC236}">
                <a16:creationId xmlns:a16="http://schemas.microsoft.com/office/drawing/2014/main" id="{664F7EFB-F166-46EB-8F40-0F846332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2353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2" name="path-334">
            <a:extLst xmlns:a="http://schemas.openxmlformats.org/drawingml/2006/main">
              <a:ext uri="{FF2B5EF4-FFF2-40B4-BE49-F238E27FC236}">
                <a16:creationId xmlns:a16="http://schemas.microsoft.com/office/drawing/2014/main" id="{889AFD68-18DD-4F6D-8E46-E2AD15F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1205247"/>
            <a:ext cx="95" cy="325767"/>
          </a:xfrm>
          <a:custGeom xmlns:a="http://schemas.openxmlformats.org/drawingml/2006/main">
            <a:pathLst>
              <a:path w="95" h="325767">
                <a:moveTo>
                  <a:pt x="0" y="325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3" name="path-335">
            <a:extLst xmlns:a="http://schemas.openxmlformats.org/drawingml/2006/main">
              <a:ext uri="{FF2B5EF4-FFF2-40B4-BE49-F238E27FC236}">
                <a16:creationId xmlns:a16="http://schemas.microsoft.com/office/drawing/2014/main" id="{6539BD35-4DD6-4CBD-97B6-C4F12E98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53101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4" name="path-336">
            <a:extLst xmlns:a="http://schemas.openxmlformats.org/drawingml/2006/main">
              <a:ext uri="{FF2B5EF4-FFF2-40B4-BE49-F238E27FC236}">
                <a16:creationId xmlns:a16="http://schemas.microsoft.com/office/drawing/2014/main" id="{F188C442-EBC4-41D7-9B7C-587DF2F6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20524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5" name="data-curve-337">
            <a:extLst xmlns:a="http://schemas.openxmlformats.org/drawingml/2006/main">
              <a:ext uri="{FF2B5EF4-FFF2-40B4-BE49-F238E27FC236}">
                <a16:creationId xmlns:a16="http://schemas.microsoft.com/office/drawing/2014/main" id="{481A11B1-F424-476D-BD69-50E80710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368130"/>
            <a:ext cx="2350665" cy="504169"/>
          </a:xfrm>
          <a:custGeom xmlns:a="http://schemas.openxmlformats.org/drawingml/2006/main">
            <a:pathLst>
              <a:path w="2350665" h="504169">
                <a:moveTo>
                  <a:pt x="0" y="97272"/>
                </a:moveTo>
                <a:lnTo>
                  <a:pt x="587666" y="504169"/>
                </a:lnTo>
                <a:lnTo>
                  <a:pt x="1175333" y="350767"/>
                </a:lnTo>
                <a:lnTo>
                  <a:pt x="1762999" y="147906"/>
                </a:lnTo>
                <a:lnTo>
                  <a:pt x="2350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solid"/>
          </a:ln>
        </p:spPr>
      </p:sp>
      <p:sp>
        <p:nvSpPr>
          <p:cNvPr id="46" name="data-marker-338">
            <a:extLst xmlns:a="http://schemas.openxmlformats.org/drawingml/2006/main">
              <a:ext uri="{FF2B5EF4-FFF2-40B4-BE49-F238E27FC236}">
                <a16:creationId xmlns:a16="http://schemas.microsoft.com/office/drawing/2014/main" id="{4979BEF9-56DC-4A6D-8FB0-B235C0AE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415" y="14415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7" name="data-marker-339">
            <a:extLst xmlns:a="http://schemas.openxmlformats.org/drawingml/2006/main">
              <a:ext uri="{FF2B5EF4-FFF2-40B4-BE49-F238E27FC236}">
                <a16:creationId xmlns:a16="http://schemas.microsoft.com/office/drawing/2014/main" id="{8B9D3C6B-16F3-45A5-8135-9C8B5F25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81" y="184848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8" name="data-marker-340">
            <a:extLst xmlns:a="http://schemas.openxmlformats.org/drawingml/2006/main">
              <a:ext uri="{FF2B5EF4-FFF2-40B4-BE49-F238E27FC236}">
                <a16:creationId xmlns:a16="http://schemas.microsoft.com/office/drawing/2014/main" id="{97B1CD87-1EE8-4F02-B0CA-A820B0D4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69508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9" name="data-marker-341">
            <a:extLst xmlns:a="http://schemas.openxmlformats.org/drawingml/2006/main">
              <a:ext uri="{FF2B5EF4-FFF2-40B4-BE49-F238E27FC236}">
                <a16:creationId xmlns:a16="http://schemas.microsoft.com/office/drawing/2014/main" id="{50D17998-D5BC-44FA-A486-38369E3D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14" y="149222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50" name="data-marker-342">
            <a:extLst xmlns:a="http://schemas.openxmlformats.org/drawingml/2006/main">
              <a:ext uri="{FF2B5EF4-FFF2-40B4-BE49-F238E27FC236}">
                <a16:creationId xmlns:a16="http://schemas.microsoft.com/office/drawing/2014/main" id="{C5C5F081-09C5-4696-BB09-63F834B9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80" y="13443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51" name="path-343">
            <a:extLst xmlns:a="http://schemas.openxmlformats.org/drawingml/2006/main">
              <a:ext uri="{FF2B5EF4-FFF2-40B4-BE49-F238E27FC236}">
                <a16:creationId xmlns:a16="http://schemas.microsoft.com/office/drawing/2014/main" id="{2513E0DA-8C42-4BA9-B89C-BED10D91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121844"/>
            <a:ext cx="95" cy="574869"/>
          </a:xfrm>
          <a:custGeom xmlns:a="http://schemas.openxmlformats.org/drawingml/2006/main">
            <a:pathLst>
              <a:path w="95" h="574869">
                <a:moveTo>
                  <a:pt x="0" y="5748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2" name="path-344">
            <a:extLst xmlns:a="http://schemas.openxmlformats.org/drawingml/2006/main">
              <a:ext uri="{FF2B5EF4-FFF2-40B4-BE49-F238E27FC236}">
                <a16:creationId xmlns:a16="http://schemas.microsoft.com/office/drawing/2014/main" id="{0CBD2FB2-F91D-42C7-AF85-A9C091D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6967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3" name="path-345">
            <a:extLst xmlns:a="http://schemas.openxmlformats.org/drawingml/2006/main">
              <a:ext uri="{FF2B5EF4-FFF2-40B4-BE49-F238E27FC236}">
                <a16:creationId xmlns:a16="http://schemas.microsoft.com/office/drawing/2014/main" id="{FBC4EC29-D39B-4C6F-9E88-E924F27D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12184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4" name="path-346">
            <a:extLst xmlns:a="http://schemas.openxmlformats.org/drawingml/2006/main">
              <a:ext uri="{FF2B5EF4-FFF2-40B4-BE49-F238E27FC236}">
                <a16:creationId xmlns:a16="http://schemas.microsoft.com/office/drawing/2014/main" id="{F85C63A5-4964-45ED-B866-170824F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1316587"/>
            <a:ext cx="95" cy="941991"/>
          </a:xfrm>
          <a:custGeom xmlns:a="http://schemas.openxmlformats.org/drawingml/2006/main">
            <a:pathLst>
              <a:path w="95" h="941991">
                <a:moveTo>
                  <a:pt x="0" y="941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5" name="path-347">
            <a:extLst xmlns:a="http://schemas.openxmlformats.org/drawingml/2006/main">
              <a:ext uri="{FF2B5EF4-FFF2-40B4-BE49-F238E27FC236}">
                <a16:creationId xmlns:a16="http://schemas.microsoft.com/office/drawing/2014/main" id="{6C3FF5E6-5E44-4820-AD1F-95529157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225857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6" name="path-348">
            <a:extLst xmlns:a="http://schemas.openxmlformats.org/drawingml/2006/main">
              <a:ext uri="{FF2B5EF4-FFF2-40B4-BE49-F238E27FC236}">
                <a16:creationId xmlns:a16="http://schemas.microsoft.com/office/drawing/2014/main" id="{4A28EBEF-7947-49A9-B82E-F7FBA29A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131658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7" name="path-349">
            <a:extLst xmlns:a="http://schemas.openxmlformats.org/drawingml/2006/main">
              <a:ext uri="{FF2B5EF4-FFF2-40B4-BE49-F238E27FC236}">
                <a16:creationId xmlns:a16="http://schemas.microsoft.com/office/drawing/2014/main" id="{A2E62771-FE37-4F05-A051-0FC1FC2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01064"/>
            <a:ext cx="95" cy="442128"/>
          </a:xfrm>
          <a:custGeom xmlns:a="http://schemas.openxmlformats.org/drawingml/2006/main">
            <a:pathLst>
              <a:path w="95" h="442128">
                <a:moveTo>
                  <a:pt x="0" y="4421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8" name="path-350">
            <a:extLst xmlns:a="http://schemas.openxmlformats.org/drawingml/2006/main">
              <a:ext uri="{FF2B5EF4-FFF2-40B4-BE49-F238E27FC236}">
                <a16:creationId xmlns:a16="http://schemas.microsoft.com/office/drawing/2014/main" id="{8FFC9122-D968-46C8-A86E-B45435E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84319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9" name="path-351">
            <a:extLst xmlns:a="http://schemas.openxmlformats.org/drawingml/2006/main">
              <a:ext uri="{FF2B5EF4-FFF2-40B4-BE49-F238E27FC236}">
                <a16:creationId xmlns:a16="http://schemas.microsoft.com/office/drawing/2014/main" id="{685B41F9-6DDF-405D-8573-C7CA6DF7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40106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0" name="path-352">
            <a:extLst xmlns:a="http://schemas.openxmlformats.org/drawingml/2006/main">
              <a:ext uri="{FF2B5EF4-FFF2-40B4-BE49-F238E27FC236}">
                <a16:creationId xmlns:a16="http://schemas.microsoft.com/office/drawing/2014/main" id="{C02B5C55-34F2-470B-829D-D889632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1230672"/>
            <a:ext cx="95" cy="597983"/>
          </a:xfrm>
          <a:custGeom xmlns:a="http://schemas.openxmlformats.org/drawingml/2006/main">
            <a:pathLst>
              <a:path w="95" h="597983">
                <a:moveTo>
                  <a:pt x="0" y="5979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1" name="path-353">
            <a:extLst xmlns:a="http://schemas.openxmlformats.org/drawingml/2006/main">
              <a:ext uri="{FF2B5EF4-FFF2-40B4-BE49-F238E27FC236}">
                <a16:creationId xmlns:a16="http://schemas.microsoft.com/office/drawing/2014/main" id="{53FB0098-6742-455A-8891-61DFD54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82865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2" name="path-354">
            <a:extLst xmlns:a="http://schemas.openxmlformats.org/drawingml/2006/main">
              <a:ext uri="{FF2B5EF4-FFF2-40B4-BE49-F238E27FC236}">
                <a16:creationId xmlns:a16="http://schemas.microsoft.com/office/drawing/2014/main" id="{C537DF42-5BFE-430B-B9A4-FC5D635B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23067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3" name="path-355">
            <a:extLst xmlns:a="http://schemas.openxmlformats.org/drawingml/2006/main">
              <a:ext uri="{FF2B5EF4-FFF2-40B4-BE49-F238E27FC236}">
                <a16:creationId xmlns:a16="http://schemas.microsoft.com/office/drawing/2014/main" id="{7E0B9F7B-3589-48E8-AFFA-DDA2985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1201047"/>
            <a:ext cx="95" cy="606566"/>
          </a:xfrm>
          <a:custGeom xmlns:a="http://schemas.openxmlformats.org/drawingml/2006/main">
            <a:pathLst>
              <a:path w="95" h="606566">
                <a:moveTo>
                  <a:pt x="0" y="6065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4" name="path-356">
            <a:extLst xmlns:a="http://schemas.openxmlformats.org/drawingml/2006/main">
              <a:ext uri="{FF2B5EF4-FFF2-40B4-BE49-F238E27FC236}">
                <a16:creationId xmlns:a16="http://schemas.microsoft.com/office/drawing/2014/main" id="{7D74712E-4092-4303-BE26-9F78B492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8076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5" name="path-357">
            <a:extLst xmlns:a="http://schemas.openxmlformats.org/drawingml/2006/main">
              <a:ext uri="{FF2B5EF4-FFF2-40B4-BE49-F238E27FC236}">
                <a16:creationId xmlns:a16="http://schemas.microsoft.com/office/drawing/2014/main" id="{130E926F-DECD-4C4E-8F3A-9003B9C5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20104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6" name="data-curve-358">
            <a:extLst xmlns:a="http://schemas.openxmlformats.org/drawingml/2006/main">
              <a:ext uri="{FF2B5EF4-FFF2-40B4-BE49-F238E27FC236}">
                <a16:creationId xmlns:a16="http://schemas.microsoft.com/office/drawing/2014/main" id="{80E93B1E-4244-4BEB-9208-F976E341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409278"/>
            <a:ext cx="2350665" cy="378304"/>
          </a:xfrm>
          <a:custGeom xmlns:a="http://schemas.openxmlformats.org/drawingml/2006/main">
            <a:pathLst>
              <a:path w="2350665" h="378304">
                <a:moveTo>
                  <a:pt x="0" y="0"/>
                </a:moveTo>
                <a:lnTo>
                  <a:pt x="587666" y="378304"/>
                </a:lnTo>
                <a:lnTo>
                  <a:pt x="1175333" y="212850"/>
                </a:lnTo>
                <a:lnTo>
                  <a:pt x="1762999" y="120385"/>
                </a:lnTo>
                <a:lnTo>
                  <a:pt x="2350665" y="95051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dash"/>
          </a:ln>
        </p:spPr>
      </p:sp>
      <p:sp>
        <p:nvSpPr>
          <p:cNvPr id="67" name="data-marker-359">
            <a:extLst xmlns:a="http://schemas.openxmlformats.org/drawingml/2006/main">
              <a:ext uri="{FF2B5EF4-FFF2-40B4-BE49-F238E27FC236}">
                <a16:creationId xmlns:a16="http://schemas.microsoft.com/office/drawing/2014/main" id="{273664FA-C8F1-4184-A3C4-79FDBC9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415" y="138546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8" name="data-marker-360">
            <a:extLst xmlns:a="http://schemas.openxmlformats.org/drawingml/2006/main">
              <a:ext uri="{FF2B5EF4-FFF2-40B4-BE49-F238E27FC236}">
                <a16:creationId xmlns:a16="http://schemas.microsoft.com/office/drawing/2014/main" id="{87682944-3210-4AE9-B754-E5E7126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81" y="176377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9" name="data-marker-361">
            <a:extLst xmlns:a="http://schemas.openxmlformats.org/drawingml/2006/main">
              <a:ext uri="{FF2B5EF4-FFF2-40B4-BE49-F238E27FC236}">
                <a16:creationId xmlns:a16="http://schemas.microsoft.com/office/drawing/2014/main" id="{B038B8FE-561E-4162-9C4B-207FC698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59831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0" name="data-marker-362">
            <a:extLst xmlns:a="http://schemas.openxmlformats.org/drawingml/2006/main">
              <a:ext uri="{FF2B5EF4-FFF2-40B4-BE49-F238E27FC236}">
                <a16:creationId xmlns:a16="http://schemas.microsoft.com/office/drawing/2014/main" id="{C203F9F2-A3FB-4DC4-84B2-070EF2D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14" y="150585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1" name="data-marker-363">
            <a:extLst xmlns:a="http://schemas.openxmlformats.org/drawingml/2006/main">
              <a:ext uri="{FF2B5EF4-FFF2-40B4-BE49-F238E27FC236}">
                <a16:creationId xmlns:a16="http://schemas.microsoft.com/office/drawing/2014/main" id="{3B930B87-B8F8-4089-A408-0054F57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80" y="148051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5749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364">
            <a:extLst xmlns:a="http://schemas.openxmlformats.org/drawingml/2006/main">
              <a:ext uri="{FF2B5EF4-FFF2-40B4-BE49-F238E27FC236}">
                <a16:creationId xmlns:a16="http://schemas.microsoft.com/office/drawing/2014/main" id="{B1F1E3BC-1CD9-44F1-A3DD-AA274AA4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19100"/>
            <a:ext cx="609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Analytical illustration</a:t>
            </a:r>
          </a:p>
        </p:txBody>
      </p:sp>
      <p:sp>
        <p:nvSpPr>
          <p:cNvPr id="2" name="text-365">
            <a:extLst xmlns:a="http://schemas.openxmlformats.org/drawingml/2006/main">
              <a:ext uri="{FF2B5EF4-FFF2-40B4-BE49-F238E27FC236}">
                <a16:creationId xmlns:a16="http://schemas.microsoft.com/office/drawing/2014/main" id="{0E2B2B3D-0EC1-4612-9B15-75B4DEF0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429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Risk penalty v</a:t>
            </a:r>
          </a:p>
        </p:txBody>
      </p:sp>
      <p:sp>
        <p:nvSpPr>
          <p:cNvPr id="3" name="path-366">
            <a:extLst xmlns:a="http://schemas.openxmlformats.org/drawingml/2006/main">
              <a:ext uri="{FF2B5EF4-FFF2-40B4-BE49-F238E27FC236}">
                <a16:creationId xmlns:a16="http://schemas.microsoft.com/office/drawing/2014/main" id="{6524D367-6BD7-414B-B42D-11E57B9E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4" name="text-367">
            <a:extLst xmlns:a="http://schemas.openxmlformats.org/drawingml/2006/main">
              <a:ext uri="{FF2B5EF4-FFF2-40B4-BE49-F238E27FC236}">
                <a16:creationId xmlns:a16="http://schemas.microsoft.com/office/drawing/2014/main" id="{CFCB603C-71EB-461F-A202-FD38821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2764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5" name="path-368">
            <a:extLst xmlns:a="http://schemas.openxmlformats.org/drawingml/2006/main">
              <a:ext uri="{FF2B5EF4-FFF2-40B4-BE49-F238E27FC236}">
                <a16:creationId xmlns:a16="http://schemas.microsoft.com/office/drawing/2014/main" id="{1612AD91-EAC0-4638-A9EB-BC40ECB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169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6" name="text-369">
            <a:extLst xmlns:a="http://schemas.openxmlformats.org/drawingml/2006/main">
              <a:ext uri="{FF2B5EF4-FFF2-40B4-BE49-F238E27FC236}">
                <a16:creationId xmlns:a16="http://schemas.microsoft.com/office/drawing/2014/main" id="{E7765D1F-832F-4AF6-82AA-0BFDE01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02501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" name="path-370">
            <a:extLst xmlns:a="http://schemas.openxmlformats.org/drawingml/2006/main">
              <a:ext uri="{FF2B5EF4-FFF2-40B4-BE49-F238E27FC236}">
                <a16:creationId xmlns:a16="http://schemas.microsoft.com/office/drawing/2014/main" id="{2B41F6CD-F20A-487C-8AEE-980232B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023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8" name="text-371">
            <a:extLst xmlns:a="http://schemas.openxmlformats.org/drawingml/2006/main">
              <a:ext uri="{FF2B5EF4-FFF2-40B4-BE49-F238E27FC236}">
                <a16:creationId xmlns:a16="http://schemas.microsoft.com/office/drawing/2014/main" id="{528984A5-ADE7-4CF9-BB09-93B8D307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77355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9" name="path-372">
            <a:extLst xmlns:a="http://schemas.openxmlformats.org/drawingml/2006/main">
              <a:ext uri="{FF2B5EF4-FFF2-40B4-BE49-F238E27FC236}">
                <a16:creationId xmlns:a16="http://schemas.microsoft.com/office/drawing/2014/main" id="{3E37DB41-AC1A-4979-B75D-3715B930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877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0" name="text-373">
            <a:extLst xmlns:a="http://schemas.openxmlformats.org/drawingml/2006/main">
              <a:ext uri="{FF2B5EF4-FFF2-40B4-BE49-F238E27FC236}">
                <a16:creationId xmlns:a16="http://schemas.microsoft.com/office/drawing/2014/main" id="{4C6A8DEA-82E8-4C4C-A6AB-86F19D6B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52209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11" name="path-374">
            <a:extLst xmlns:a="http://schemas.openxmlformats.org/drawingml/2006/main">
              <a:ext uri="{FF2B5EF4-FFF2-40B4-BE49-F238E27FC236}">
                <a16:creationId xmlns:a16="http://schemas.microsoft.com/office/drawing/2014/main" id="{05C6F8CF-C586-42DB-9182-709BF75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731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2" name="text-375">
            <a:extLst xmlns:a="http://schemas.openxmlformats.org/drawingml/2006/main">
              <a:ext uri="{FF2B5EF4-FFF2-40B4-BE49-F238E27FC236}">
                <a16:creationId xmlns:a16="http://schemas.microsoft.com/office/drawing/2014/main" id="{9D7C3F39-1460-422D-9FEE-702067F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27063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3" name="path-376">
            <a:extLst xmlns:a="http://schemas.openxmlformats.org/drawingml/2006/main">
              <a:ext uri="{FF2B5EF4-FFF2-40B4-BE49-F238E27FC236}">
                <a16:creationId xmlns:a16="http://schemas.microsoft.com/office/drawing/2014/main" id="{569235A4-6E36-4BA4-9BAD-85AC521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4" name="text-377">
            <a:extLst xmlns:a="http://schemas.openxmlformats.org/drawingml/2006/main">
              <a:ext uri="{FF2B5EF4-FFF2-40B4-BE49-F238E27FC236}">
                <a16:creationId xmlns:a16="http://schemas.microsoft.com/office/drawing/2014/main" id="{BA847332-5F0B-4BD0-A28D-156E192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0191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" name="path-378">
            <a:extLst xmlns:a="http://schemas.openxmlformats.org/drawingml/2006/main">
              <a:ext uri="{FF2B5EF4-FFF2-40B4-BE49-F238E27FC236}">
                <a16:creationId xmlns:a16="http://schemas.microsoft.com/office/drawing/2014/main" id="{DEF2B0AA-64D6-4D69-80F1-B5369C6D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1257300"/>
          </a:xfrm>
          <a:custGeom xmlns:a="http://schemas.openxmlformats.org/drawingml/2006/main">
            <a:pathLst>
              <a:path w="2543175" h="1257300">
                <a:moveTo>
                  <a:pt x="0" y="0"/>
                </a:moveTo>
                <a:lnTo>
                  <a:pt x="0" y="1257300"/>
                </a:lnTo>
                <a:lnTo>
                  <a:pt x="254317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6" name="text-379">
            <a:extLst xmlns:a="http://schemas.openxmlformats.org/drawingml/2006/main">
              <a:ext uri="{FF2B5EF4-FFF2-40B4-BE49-F238E27FC236}">
                <a16:creationId xmlns:a16="http://schemas.microsoft.com/office/drawing/2014/main" id="{5513E188-A1F2-4E76-97F6-1ECFE0BA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7" name="text-380">
            <a:extLst xmlns:a="http://schemas.openxmlformats.org/drawingml/2006/main">
              <a:ext uri="{FF2B5EF4-FFF2-40B4-BE49-F238E27FC236}">
                <a16:creationId xmlns:a16="http://schemas.microsoft.com/office/drawing/2014/main" id="{7B859740-5D2D-4410-8901-9570F443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text-381">
            <a:extLst xmlns:a="http://schemas.openxmlformats.org/drawingml/2006/main">
              <a:ext uri="{FF2B5EF4-FFF2-40B4-BE49-F238E27FC236}">
                <a16:creationId xmlns:a16="http://schemas.microsoft.com/office/drawing/2014/main" id="{015B0B82-AEE8-4FC5-86C8-C2D6E706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9" name="text-382">
            <a:extLst xmlns:a="http://schemas.openxmlformats.org/drawingml/2006/main">
              <a:ext uri="{FF2B5EF4-FFF2-40B4-BE49-F238E27FC236}">
                <a16:creationId xmlns:a16="http://schemas.microsoft.com/office/drawing/2014/main" id="{1D10273C-FC87-49CE-8A10-2A4A9066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20" name="text-383">
            <a:extLst xmlns:a="http://schemas.openxmlformats.org/drawingml/2006/main">
              <a:ext uri="{FF2B5EF4-FFF2-40B4-BE49-F238E27FC236}">
                <a16:creationId xmlns:a16="http://schemas.microsoft.com/office/drawing/2014/main" id="{E7699D32-E406-453C-BAEC-9299D5C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1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1" name="text-384">
            <a:extLst xmlns:a="http://schemas.openxmlformats.org/drawingml/2006/main">
              <a:ext uri="{FF2B5EF4-FFF2-40B4-BE49-F238E27FC236}">
                <a16:creationId xmlns:a16="http://schemas.microsoft.com/office/drawing/2014/main" id="{2BE9C999-1383-4760-85B0-3797922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2" name="path-385">
            <a:extLst xmlns:a="http://schemas.openxmlformats.org/drawingml/2006/main">
              <a:ext uri="{FF2B5EF4-FFF2-40B4-BE49-F238E27FC236}">
                <a16:creationId xmlns:a16="http://schemas.microsoft.com/office/drawing/2014/main" id="{09CDA4E5-0325-4861-AB2A-224F2D80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1257300"/>
          </a:xfrm>
          <a:custGeom xmlns:a="http://schemas.openxmlformats.org/drawingml/2006/main">
            <a:pathLst>
              <a:path w="2543175" h="1257300">
                <a:moveTo>
                  <a:pt x="0" y="0"/>
                </a:moveTo>
                <a:lnTo>
                  <a:pt x="25432" y="25020"/>
                </a:lnTo>
                <a:lnTo>
                  <a:pt x="50864" y="49789"/>
                </a:lnTo>
                <a:lnTo>
                  <a:pt x="76295" y="74306"/>
                </a:lnTo>
                <a:lnTo>
                  <a:pt x="101727" y="98572"/>
                </a:lnTo>
                <a:lnTo>
                  <a:pt x="127159" y="122587"/>
                </a:lnTo>
                <a:lnTo>
                  <a:pt x="152590" y="146350"/>
                </a:lnTo>
                <a:lnTo>
                  <a:pt x="178022" y="169861"/>
                </a:lnTo>
                <a:lnTo>
                  <a:pt x="203454" y="193121"/>
                </a:lnTo>
                <a:lnTo>
                  <a:pt x="228886" y="216130"/>
                </a:lnTo>
                <a:lnTo>
                  <a:pt x="254318" y="238887"/>
                </a:lnTo>
                <a:lnTo>
                  <a:pt x="279749" y="261393"/>
                </a:lnTo>
                <a:lnTo>
                  <a:pt x="305181" y="283647"/>
                </a:lnTo>
                <a:lnTo>
                  <a:pt x="330613" y="305650"/>
                </a:lnTo>
                <a:lnTo>
                  <a:pt x="356044" y="327401"/>
                </a:lnTo>
                <a:lnTo>
                  <a:pt x="381476" y="348901"/>
                </a:lnTo>
                <a:lnTo>
                  <a:pt x="406908" y="370149"/>
                </a:lnTo>
                <a:lnTo>
                  <a:pt x="432340" y="391146"/>
                </a:lnTo>
                <a:lnTo>
                  <a:pt x="457772" y="411891"/>
                </a:lnTo>
                <a:lnTo>
                  <a:pt x="483203" y="432385"/>
                </a:lnTo>
                <a:lnTo>
                  <a:pt x="508635" y="452628"/>
                </a:lnTo>
                <a:lnTo>
                  <a:pt x="534067" y="472619"/>
                </a:lnTo>
                <a:lnTo>
                  <a:pt x="559499" y="492359"/>
                </a:lnTo>
                <a:lnTo>
                  <a:pt x="584930" y="511847"/>
                </a:lnTo>
                <a:lnTo>
                  <a:pt x="610362" y="531084"/>
                </a:lnTo>
                <a:lnTo>
                  <a:pt x="635794" y="550069"/>
                </a:lnTo>
                <a:lnTo>
                  <a:pt x="661226" y="568803"/>
                </a:lnTo>
                <a:lnTo>
                  <a:pt x="686657" y="587285"/>
                </a:lnTo>
                <a:lnTo>
                  <a:pt x="712089" y="605516"/>
                </a:lnTo>
                <a:lnTo>
                  <a:pt x="737521" y="623495"/>
                </a:lnTo>
                <a:lnTo>
                  <a:pt x="762953" y="641223"/>
                </a:lnTo>
                <a:lnTo>
                  <a:pt x="788384" y="658699"/>
                </a:lnTo>
                <a:lnTo>
                  <a:pt x="813816" y="675924"/>
                </a:lnTo>
                <a:lnTo>
                  <a:pt x="839248" y="692898"/>
                </a:lnTo>
                <a:lnTo>
                  <a:pt x="864680" y="709620"/>
                </a:lnTo>
                <a:lnTo>
                  <a:pt x="890111" y="726091"/>
                </a:lnTo>
                <a:lnTo>
                  <a:pt x="915543" y="742310"/>
                </a:lnTo>
                <a:lnTo>
                  <a:pt x="940975" y="758278"/>
                </a:lnTo>
                <a:lnTo>
                  <a:pt x="966407" y="773994"/>
                </a:lnTo>
                <a:lnTo>
                  <a:pt x="991838" y="789459"/>
                </a:lnTo>
                <a:lnTo>
                  <a:pt x="1017270" y="804672"/>
                </a:lnTo>
                <a:lnTo>
                  <a:pt x="1042702" y="819634"/>
                </a:lnTo>
                <a:lnTo>
                  <a:pt x="1068133" y="834344"/>
                </a:lnTo>
                <a:lnTo>
                  <a:pt x="1093565" y="848803"/>
                </a:lnTo>
                <a:lnTo>
                  <a:pt x="1118997" y="863011"/>
                </a:lnTo>
                <a:lnTo>
                  <a:pt x="1144429" y="876967"/>
                </a:lnTo>
                <a:lnTo>
                  <a:pt x="1169861" y="890671"/>
                </a:lnTo>
                <a:lnTo>
                  <a:pt x="1195292" y="904124"/>
                </a:lnTo>
                <a:lnTo>
                  <a:pt x="1220724" y="917326"/>
                </a:lnTo>
                <a:lnTo>
                  <a:pt x="1246156" y="930276"/>
                </a:lnTo>
                <a:lnTo>
                  <a:pt x="1271588" y="942975"/>
                </a:lnTo>
                <a:lnTo>
                  <a:pt x="1297019" y="955422"/>
                </a:lnTo>
                <a:lnTo>
                  <a:pt x="1322451" y="967618"/>
                </a:lnTo>
                <a:lnTo>
                  <a:pt x="1347883" y="979562"/>
                </a:lnTo>
                <a:lnTo>
                  <a:pt x="1373315" y="991255"/>
                </a:lnTo>
                <a:lnTo>
                  <a:pt x="1398746" y="1002697"/>
                </a:lnTo>
                <a:lnTo>
                  <a:pt x="1424178" y="1013887"/>
                </a:lnTo>
                <a:lnTo>
                  <a:pt x="1449610" y="1024825"/>
                </a:lnTo>
                <a:lnTo>
                  <a:pt x="1475041" y="1035512"/>
                </a:lnTo>
                <a:lnTo>
                  <a:pt x="1500473" y="1045948"/>
                </a:lnTo>
                <a:lnTo>
                  <a:pt x="1525905" y="1056132"/>
                </a:lnTo>
                <a:lnTo>
                  <a:pt x="1551337" y="1066065"/>
                </a:lnTo>
                <a:lnTo>
                  <a:pt x="1576769" y="1075746"/>
                </a:lnTo>
                <a:lnTo>
                  <a:pt x="1602200" y="1085176"/>
                </a:lnTo>
                <a:lnTo>
                  <a:pt x="1627632" y="1094354"/>
                </a:lnTo>
                <a:lnTo>
                  <a:pt x="1653064" y="1103281"/>
                </a:lnTo>
                <a:lnTo>
                  <a:pt x="1678496" y="1111956"/>
                </a:lnTo>
                <a:lnTo>
                  <a:pt x="1703927" y="1120380"/>
                </a:lnTo>
                <a:lnTo>
                  <a:pt x="1729359" y="1128552"/>
                </a:lnTo>
                <a:lnTo>
                  <a:pt x="1754791" y="1136473"/>
                </a:lnTo>
                <a:lnTo>
                  <a:pt x="1780222" y="1144143"/>
                </a:lnTo>
                <a:lnTo>
                  <a:pt x="1805654" y="1151561"/>
                </a:lnTo>
                <a:lnTo>
                  <a:pt x="1831086" y="1158728"/>
                </a:lnTo>
                <a:lnTo>
                  <a:pt x="1856518" y="1165643"/>
                </a:lnTo>
                <a:lnTo>
                  <a:pt x="1881949" y="1172307"/>
                </a:lnTo>
                <a:lnTo>
                  <a:pt x="1907381" y="1178719"/>
                </a:lnTo>
                <a:lnTo>
                  <a:pt x="1932813" y="1184880"/>
                </a:lnTo>
                <a:lnTo>
                  <a:pt x="1958245" y="1190789"/>
                </a:lnTo>
                <a:lnTo>
                  <a:pt x="1983677" y="1196447"/>
                </a:lnTo>
                <a:lnTo>
                  <a:pt x="2009108" y="1201853"/>
                </a:lnTo>
                <a:lnTo>
                  <a:pt x="2034540" y="1207008"/>
                </a:lnTo>
                <a:lnTo>
                  <a:pt x="2059972" y="1211911"/>
                </a:lnTo>
                <a:lnTo>
                  <a:pt x="2085404" y="1216563"/>
                </a:lnTo>
                <a:lnTo>
                  <a:pt x="2110835" y="1220964"/>
                </a:lnTo>
                <a:lnTo>
                  <a:pt x="2136267" y="1225113"/>
                </a:lnTo>
                <a:lnTo>
                  <a:pt x="2161699" y="1229011"/>
                </a:lnTo>
                <a:lnTo>
                  <a:pt x="2187131" y="1232657"/>
                </a:lnTo>
                <a:lnTo>
                  <a:pt x="2212562" y="1236052"/>
                </a:lnTo>
                <a:lnTo>
                  <a:pt x="2237994" y="1239195"/>
                </a:lnTo>
                <a:lnTo>
                  <a:pt x="2263426" y="1242087"/>
                </a:lnTo>
                <a:lnTo>
                  <a:pt x="2288858" y="1244727"/>
                </a:lnTo>
                <a:lnTo>
                  <a:pt x="2314289" y="1247116"/>
                </a:lnTo>
                <a:lnTo>
                  <a:pt x="2339721" y="1249253"/>
                </a:lnTo>
                <a:lnTo>
                  <a:pt x="2365153" y="1251139"/>
                </a:lnTo>
                <a:lnTo>
                  <a:pt x="2390585" y="1252774"/>
                </a:lnTo>
                <a:lnTo>
                  <a:pt x="2416016" y="1254157"/>
                </a:lnTo>
                <a:lnTo>
                  <a:pt x="2441448" y="1255288"/>
                </a:lnTo>
                <a:lnTo>
                  <a:pt x="2466880" y="1256168"/>
                </a:lnTo>
                <a:lnTo>
                  <a:pt x="2492311" y="1256797"/>
                </a:lnTo>
                <a:lnTo>
                  <a:pt x="2517743" y="1257174"/>
                </a:lnTo>
                <a:lnTo>
                  <a:pt x="254317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3" name="text-386">
            <a:extLst xmlns:a="http://schemas.openxmlformats.org/drawingml/2006/main">
              <a:ext uri="{FF2B5EF4-FFF2-40B4-BE49-F238E27FC236}">
                <a16:creationId xmlns:a16="http://schemas.microsoft.com/office/drawing/2014/main" id="{2BBEAC1C-DB5F-4A96-A5C6-45E6DBD4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Pair acquired</a:t>
            </a:r>
          </a:p>
        </p:txBody>
      </p:sp>
      <p:sp>
        <p:nvSpPr>
          <p:cNvPr id="24" name="text-387">
            <a:extLst xmlns:a="http://schemas.openxmlformats.org/drawingml/2006/main">
              <a:ext uri="{FF2B5EF4-FFF2-40B4-BE49-F238E27FC236}">
                <a16:creationId xmlns:a16="http://schemas.microsoft.com/office/drawing/2014/main" id="{CE0CFE8A-6CEF-42EE-A24F-0729142C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371600"/>
            <a:ext cx="923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No pair</a:t>
            </a:r>
          </a:p>
        </p:txBody>
      </p:sp>
      <p:sp>
        <p:nvSpPr>
          <p:cNvPr id="25" name="text-388">
            <a:extLst xmlns:a="http://schemas.openxmlformats.org/drawingml/2006/main">
              <a:ext uri="{FF2B5EF4-FFF2-40B4-BE49-F238E27FC236}">
                <a16:creationId xmlns:a16="http://schemas.microsoft.com/office/drawing/2014/main" id="{7737E900-300C-4929-B787-345DABE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Noise ρ</a:t>
            </a:r>
          </a:p>
        </p:txBody>
      </p:sp>
      <p:sp>
        <p:nvSpPr>
          <p:cNvPr id="26" name="path-389">
            <a:extLst xmlns:a="http://schemas.openxmlformats.org/drawingml/2006/main">
              <a:ext uri="{FF2B5EF4-FFF2-40B4-BE49-F238E27FC236}">
                <a16:creationId xmlns:a16="http://schemas.microsoft.com/office/drawing/2014/main" id="{DD37E65D-9457-491F-ABD8-77A1400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52475"/>
            <a:ext cx="95" cy="1885950"/>
          </a:xfrm>
          <a:custGeom xmlns:a="http://schemas.openxmlformats.org/drawingml/2006/main">
            <a:pathLst>
              <a:path w="95" h="1885950">
                <a:moveTo>
                  <a:pt x="0" y="0"/>
                </a:moveTo>
                <a:lnTo>
                  <a:pt x="0" y="18859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6E6E6E"/>
            </a:solidFill>
            <a:prstDash val="dash"/>
          </a:ln>
        </p:spPr>
      </p:sp>
      <p:sp>
        <p:nvSpPr>
          <p:cNvPr id="27" name="text-390">
            <a:extLst xmlns:a="http://schemas.openxmlformats.org/drawingml/2006/main">
              <a:ext uri="{FF2B5EF4-FFF2-40B4-BE49-F238E27FC236}">
                <a16:creationId xmlns:a16="http://schemas.microsoft.com/office/drawing/2014/main" id="{A13AFBE4-3C06-41C1-BD4D-2853FD9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8286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 = (1 − 2ρ)² / 2</a:t>
            </a:r>
          </a:p>
        </p:txBody>
      </p:sp>
      <p:sp>
        <p:nvSpPr>
          <p:cNvPr id="28" name="text-391">
            <a:extLst xmlns:a="http://schemas.openxmlformats.org/drawingml/2006/main">
              <a:ext uri="{FF2B5EF4-FFF2-40B4-BE49-F238E27FC236}">
                <a16:creationId xmlns:a16="http://schemas.microsoft.com/office/drawing/2014/main" id="{BD81DF20-5D1D-43A9-B30A-2BE23CC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858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Independent symmetric flips</a:t>
            </a:r>
          </a:p>
        </p:txBody>
      </p:sp>
      <p:sp>
        <p:nvSpPr>
          <p:cNvPr id="29" name="text-392">
            <a:extLst xmlns:a="http://schemas.openxmlformats.org/drawingml/2006/main">
              <a:ext uri="{FF2B5EF4-FFF2-40B4-BE49-F238E27FC236}">
                <a16:creationId xmlns:a16="http://schemas.microsoft.com/office/drawing/2014/main" id="{495374C6-A5F7-49C7-848A-D72CDB47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Bayes task head</a:t>
            </a:r>
          </a:p>
        </p:txBody>
      </p:sp>
      <p:sp>
        <p:nvSpPr>
          <p:cNvPr id="30" name="text-393">
            <a:extLst xmlns:a="http://schemas.openxmlformats.org/drawingml/2006/main">
              <a:ext uri="{FF2B5EF4-FFF2-40B4-BE49-F238E27FC236}">
                <a16:creationId xmlns:a16="http://schemas.microsoft.com/office/drawing/2014/main" id="{8226B777-A89C-4256-9C34-445B94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Static pair = pair-aware adaptive</a:t>
            </a:r>
          </a:p>
        </p:txBody>
      </p:sp>
      <p:sp>
        <p:nvSpPr>
          <p:cNvPr id="31" name="text-394">
            <a:extLst xmlns:a="http://schemas.openxmlformats.org/drawingml/2006/main">
              <a:ext uri="{FF2B5EF4-FFF2-40B4-BE49-F238E27FC236}">
                <a16:creationId xmlns:a16="http://schemas.microsoft.com/office/drawing/2014/main" id="{F2F70546-13C4-4B3A-8C56-850F635A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886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Equal Bayes performance in this construction.</a:t>
            </a:r>
          </a:p>
        </p:txBody>
      </p:sp>
      <p:sp>
        <p:nvSpPr>
          <p:cNvPr id="32" name="text-395">
            <a:extLst xmlns:a="http://schemas.openxmlformats.org/drawingml/2006/main">
              <a:ext uri="{FF2B5EF4-FFF2-40B4-BE49-F238E27FC236}">
                <a16:creationId xmlns:a16="http://schemas.microsoft.com/office/drawing/2014/main" id="{DDFC5E1A-125B-4CEA-B998-B5F0FF15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886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v is a risk penalty, not milliseconds.</a:t>
            </a:r>
          </a:p>
        </p:txBody>
      </p:sp>
    </p:spTree>
    <p:extLst>
      <p:ext uri="{BB962C8B-B14F-4D97-AF65-F5344CB8AC3E}">
        <p14:creationId xmlns:p14="http://schemas.microsoft.com/office/powerpoint/2010/main" val="732810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2026-09-24T08:41:07.7480000Z</dcterms:created>
  <dcterms:modified xsi:type="dcterms:W3CDTF">2026-09-24T08:41:07.7500000Z</dcterms:modified>
</coreProperties>
</file>